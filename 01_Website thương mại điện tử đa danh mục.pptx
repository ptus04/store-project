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325" r:id="rId5"/>
    <p:sldId id="307" r:id="rId6"/>
    <p:sldId id="338" r:id="rId7"/>
    <p:sldId id="312" r:id="rId8"/>
    <p:sldId id="341" r:id="rId9"/>
    <p:sldId id="362" r:id="rId10"/>
    <p:sldId id="361" r:id="rId11"/>
    <p:sldId id="394" r:id="rId12"/>
    <p:sldId id="396" r:id="rId13"/>
    <p:sldId id="354" r:id="rId14"/>
    <p:sldId id="342" r:id="rId15"/>
    <p:sldId id="317" r:id="rId16"/>
    <p:sldId id="370" r:id="rId17"/>
    <p:sldId id="371" r:id="rId18"/>
    <p:sldId id="372" r:id="rId19"/>
    <p:sldId id="347" r:id="rId20"/>
    <p:sldId id="397" r:id="rId21"/>
    <p:sldId id="373" r:id="rId22"/>
    <p:sldId id="374" r:id="rId23"/>
    <p:sldId id="375" r:id="rId24"/>
    <p:sldId id="376" r:id="rId25"/>
    <p:sldId id="377" r:id="rId26"/>
    <p:sldId id="348" r:id="rId27"/>
    <p:sldId id="337" r:id="rId28"/>
    <p:sldId id="356" r:id="rId29"/>
    <p:sldId id="349" r:id="rId30"/>
    <p:sldId id="350" r:id="rId31"/>
    <p:sldId id="351" r:id="rId32"/>
    <p:sldId id="379" r:id="rId33"/>
    <p:sldId id="383" r:id="rId34"/>
    <p:sldId id="380" r:id="rId35"/>
    <p:sldId id="381" r:id="rId36"/>
    <p:sldId id="382" r:id="rId37"/>
    <p:sldId id="384" r:id="rId38"/>
    <p:sldId id="357" r:id="rId39"/>
    <p:sldId id="315" r:id="rId40"/>
    <p:sldId id="360" r:id="rId41"/>
    <p:sldId id="385" r:id="rId42"/>
    <p:sldId id="364" r:id="rId43"/>
    <p:sldId id="386" r:id="rId44"/>
    <p:sldId id="387" r:id="rId45"/>
    <p:sldId id="388" r:id="rId46"/>
    <p:sldId id="389" r:id="rId47"/>
    <p:sldId id="390" r:id="rId48"/>
    <p:sldId id="391" r:id="rId49"/>
    <p:sldId id="392" r:id="rId50"/>
    <p:sldId id="321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D137CDE-31B9-4B8C-AB12-748A15043EF3}">
          <p14:sldIdLst>
            <p14:sldId id="325"/>
            <p14:sldId id="307"/>
            <p14:sldId id="338"/>
            <p14:sldId id="312"/>
            <p14:sldId id="341"/>
            <p14:sldId id="362"/>
            <p14:sldId id="361"/>
            <p14:sldId id="394"/>
            <p14:sldId id="396"/>
            <p14:sldId id="354"/>
            <p14:sldId id="342"/>
            <p14:sldId id="317"/>
            <p14:sldId id="370"/>
            <p14:sldId id="371"/>
            <p14:sldId id="372"/>
            <p14:sldId id="347"/>
            <p14:sldId id="397"/>
            <p14:sldId id="373"/>
            <p14:sldId id="374"/>
            <p14:sldId id="375"/>
            <p14:sldId id="376"/>
            <p14:sldId id="377"/>
            <p14:sldId id="348"/>
            <p14:sldId id="337"/>
            <p14:sldId id="356"/>
            <p14:sldId id="349"/>
            <p14:sldId id="350"/>
            <p14:sldId id="351"/>
            <p14:sldId id="379"/>
            <p14:sldId id="383"/>
            <p14:sldId id="380"/>
            <p14:sldId id="381"/>
            <p14:sldId id="382"/>
            <p14:sldId id="384"/>
            <p14:sldId id="357"/>
            <p14:sldId id="315"/>
            <p14:sldId id="360"/>
            <p14:sldId id="385"/>
            <p14:sldId id="364"/>
            <p14:sldId id="386"/>
            <p14:sldId id="387"/>
            <p14:sldId id="388"/>
            <p14:sldId id="389"/>
            <p14:sldId id="390"/>
            <p14:sldId id="391"/>
            <p14:sldId id="392"/>
            <p14:sldId id="32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E15A9D-3C79-C550-FC1A-67397167C8C2}" v="7" dt="2026-05-22T05:56:55.127"/>
    <p1510:client id="{61452168-9330-8675-4BCD-4A5A190CAFA0}" v="4" dt="2026-05-22T07:36:36.499"/>
    <p1510:client id="{94B7C7F4-D8CA-B44A-8393-D591888EA40D}" v="15" dt="2026-05-21T21:23:58.812"/>
    <p1510:client id="{9D7F10B4-F9CF-4276-AE75-0D837FC268DC}" v="111" dt="2026-05-21T19:50:26.314"/>
    <p1510:client id="{BC37F37A-6F0B-8079-EB8A-6F347660ABF4}" v="5" dt="2026-05-22T07:16:26.610"/>
    <p1510:client id="{BDF767AC-3BC3-47BC-A2E9-3796ACBF12D9}" v="1343" dt="2026-05-22T07:43:29.397"/>
    <p1510:client id="{CC635E75-8A3E-871F-07A7-0B55AE5FA32A}" v="10" dt="2026-05-21T19:47:30.494"/>
  </p1510:revLst>
</p1510:revInfo>
</file>

<file path=ppt/tableStyles.xml><?xml version="1.0" encoding="utf-8"?>
<a:tblStyleLst xmlns:a="http://schemas.openxmlformats.org/drawingml/2006/main" def="{F5AB1C69-6EDB-4FF4-983F-18BD219EF322}"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#2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C9B778-2009-4916-80DF-3D3F2FF4433C}" type="doc">
      <dgm:prSet loTypeId="urn:microsoft.com/office/officeart/2005/8/layout/list1#1" loCatId="list" qsTypeId="urn:microsoft.com/office/officeart/2005/8/quickstyle/simple1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843FE5A6-37D2-4455-8779-A2C729F91EEA}" type="pres">
      <dgm:prSet presAssocID="{2DC9B778-2009-4916-80DF-3D3F2FF4433C}" presName="linear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3D1215A3-4866-4CF1-9370-2333D8E77AC2}" type="presOf" srcId="{2DC9B778-2009-4916-80DF-3D3F2FF4433C}" destId="{843FE5A6-37D2-4455-8779-A2C729F91EEA}" srcOrd="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C9B778-2009-4916-80DF-3D3F2FF4433C}" type="doc">
      <dgm:prSet loTypeId="urn:microsoft.com/office/officeart/2005/8/layout/list1#2" loCatId="list" qsTypeId="urn:microsoft.com/office/officeart/2005/8/quickstyle/simple1#2" qsCatId="simple" csTypeId="urn:microsoft.com/office/officeart/2005/8/colors/accent2_2#2" csCatId="accent2" phldr="1"/>
      <dgm:spPr/>
      <dgm:t>
        <a:bodyPr/>
        <a:lstStyle/>
        <a:p>
          <a:endParaRPr lang="en-US"/>
        </a:p>
      </dgm:t>
    </dgm:pt>
    <dgm:pt modelId="{879F61E5-BD23-46E3-94CD-EC0B4485FBA0}">
      <dgm:prSet custT="1"/>
      <dgm:spPr/>
      <dgm:t>
        <a:bodyPr/>
        <a:lstStyle/>
        <a:p>
          <a:r>
            <a:rPr lang="en-US" sz="1800" err="1"/>
            <a:t>Khách</a:t>
          </a:r>
          <a:r>
            <a:rPr lang="en-US" sz="1800"/>
            <a:t> </a:t>
          </a:r>
          <a:r>
            <a:rPr lang="en-US" sz="1800" err="1"/>
            <a:t>vãng</a:t>
          </a:r>
          <a:r>
            <a:rPr lang="en-US" sz="1800"/>
            <a:t> lai (Guest - </a:t>
          </a:r>
          <a:r>
            <a:rPr lang="en-US" sz="1800" err="1"/>
            <a:t>Người</a:t>
          </a:r>
          <a:r>
            <a:rPr lang="en-US" sz="1800"/>
            <a:t> </a:t>
          </a:r>
          <a:r>
            <a:rPr lang="en-US" sz="1800" err="1"/>
            <a:t>dùng</a:t>
          </a:r>
          <a:r>
            <a:rPr lang="en-US" sz="1800"/>
            <a:t> </a:t>
          </a:r>
          <a:r>
            <a:rPr lang="en-US" sz="1800" err="1"/>
            <a:t>không</a:t>
          </a:r>
          <a:r>
            <a:rPr lang="en-US" sz="1800"/>
            <a:t> </a:t>
          </a:r>
          <a:r>
            <a:rPr lang="en-US" sz="1800" err="1"/>
            <a:t>có</a:t>
          </a:r>
          <a:r>
            <a:rPr lang="en-US" sz="1800"/>
            <a:t> </a:t>
          </a:r>
          <a:r>
            <a:rPr lang="en-US" sz="1800" err="1"/>
            <a:t>tài</a:t>
          </a:r>
          <a:r>
            <a:rPr lang="en-US" sz="1800"/>
            <a:t> </a:t>
          </a:r>
          <a:r>
            <a:rPr lang="en-US" sz="1800" err="1"/>
            <a:t>khoản</a:t>
          </a:r>
          <a:r>
            <a:rPr lang="en-US" sz="1800"/>
            <a:t>)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6717F0-9537-490A-87C2-01176C7A1264}" type="parTrans" cxnId="{47C5438C-DA94-4420-9D0A-7C14760ADC1B}">
      <dgm:prSet/>
      <dgm:spPr/>
      <dgm:t>
        <a:bodyPr/>
        <a:lstStyle/>
        <a:p>
          <a:endParaRPr lang="en-US" sz="2400"/>
        </a:p>
      </dgm:t>
    </dgm:pt>
    <dgm:pt modelId="{80A74470-7A39-4AE8-B9E8-E78AE618B5DB}" type="sibTrans" cxnId="{47C5438C-DA94-4420-9D0A-7C14760ADC1B}">
      <dgm:prSet/>
      <dgm:spPr/>
      <dgm:t>
        <a:bodyPr/>
        <a:lstStyle/>
        <a:p>
          <a:endParaRPr lang="en-US" sz="2400"/>
        </a:p>
      </dgm:t>
    </dgm:pt>
    <dgm:pt modelId="{1CF5A877-1E65-4986-A532-BF185A63A77C}">
      <dgm:prSet custT="1"/>
      <dgm:spPr/>
      <dgm:t>
        <a:bodyPr/>
        <a:lstStyle/>
        <a:p>
          <a:pPr>
            <a:buNone/>
          </a:pPr>
          <a:r>
            <a:rPr lang="en-US" sz="1800" err="1"/>
            <a:t>Khách</a:t>
          </a:r>
          <a:r>
            <a:rPr lang="en-US" sz="1800"/>
            <a:t> </a:t>
          </a:r>
          <a:r>
            <a:rPr lang="en-US" sz="1800" err="1"/>
            <a:t>hàng</a:t>
          </a:r>
          <a:r>
            <a:rPr lang="en-US" sz="1800"/>
            <a:t> (Customer - </a:t>
          </a:r>
          <a:r>
            <a:rPr lang="en-US" sz="1800" err="1"/>
            <a:t>Người</a:t>
          </a:r>
          <a:r>
            <a:rPr lang="en-US" sz="1800"/>
            <a:t> </a:t>
          </a:r>
          <a:r>
            <a:rPr lang="en-US" sz="1800" err="1"/>
            <a:t>dùng</a:t>
          </a:r>
          <a:r>
            <a:rPr lang="en-US" sz="1800"/>
            <a:t> </a:t>
          </a:r>
          <a:r>
            <a:rPr lang="en-US" sz="1800" err="1"/>
            <a:t>có</a:t>
          </a:r>
          <a:r>
            <a:rPr lang="en-US" sz="1800"/>
            <a:t> </a:t>
          </a:r>
          <a:r>
            <a:rPr lang="en-US" sz="1800" err="1"/>
            <a:t>tài</a:t>
          </a:r>
          <a:r>
            <a:rPr lang="en-US" sz="1800"/>
            <a:t> </a:t>
          </a:r>
          <a:r>
            <a:rPr lang="en-US" sz="1800" err="1"/>
            <a:t>khoản</a:t>
          </a:r>
          <a:r>
            <a:rPr lang="en-US" sz="1800"/>
            <a:t>)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1D81486-3ABB-41CA-9392-F5B4754118A3}" type="parTrans" cxnId="{C17C4966-4CCC-4AC4-B7B5-6926296AFD3C}">
      <dgm:prSet/>
      <dgm:spPr/>
      <dgm:t>
        <a:bodyPr/>
        <a:lstStyle/>
        <a:p>
          <a:endParaRPr lang="en-US" sz="2400"/>
        </a:p>
      </dgm:t>
    </dgm:pt>
    <dgm:pt modelId="{04052373-0B98-4374-B71E-45C61227C65C}" type="sibTrans" cxnId="{C17C4966-4CCC-4AC4-B7B5-6926296AFD3C}">
      <dgm:prSet/>
      <dgm:spPr/>
      <dgm:t>
        <a:bodyPr/>
        <a:lstStyle/>
        <a:p>
          <a:endParaRPr lang="en-US" sz="2400"/>
        </a:p>
      </dgm:t>
    </dgm:pt>
    <dgm:pt modelId="{558D4BE1-F6F9-472F-A4C2-32CCF0196EB8}">
      <dgm:prSet custT="1"/>
      <dgm:spPr/>
      <dgm:t>
        <a:bodyPr/>
        <a:lstStyle/>
        <a:p>
          <a:pPr>
            <a:buNone/>
          </a:pPr>
          <a:r>
            <a:rPr lang="en-US" sz="1800"/>
            <a:t>Quản </a:t>
          </a:r>
          <a:r>
            <a:rPr lang="en-US" sz="1800" err="1"/>
            <a:t>trị</a:t>
          </a:r>
          <a:r>
            <a:rPr lang="en-US" sz="1800"/>
            <a:t> </a:t>
          </a:r>
          <a:r>
            <a:rPr lang="en-US" sz="1800" err="1"/>
            <a:t>viên</a:t>
          </a:r>
          <a:r>
            <a:rPr lang="en-US" sz="1800"/>
            <a:t> (Admin - Quản </a:t>
          </a:r>
          <a:r>
            <a:rPr lang="en-US" sz="1800" err="1"/>
            <a:t>trị</a:t>
          </a:r>
          <a:r>
            <a:rPr lang="en-US" sz="1800"/>
            <a:t> </a:t>
          </a:r>
          <a:r>
            <a:rPr lang="en-US" sz="1800" err="1"/>
            <a:t>hệ</a:t>
          </a:r>
          <a:r>
            <a:rPr lang="en-US" sz="1800"/>
            <a:t> </a:t>
          </a:r>
          <a:r>
            <a:rPr lang="en-US" sz="1800" err="1"/>
            <a:t>thống</a:t>
          </a:r>
          <a:r>
            <a:rPr lang="en-US" sz="1800"/>
            <a:t>, </a:t>
          </a:r>
          <a:r>
            <a:rPr lang="en-US" sz="1800" err="1"/>
            <a:t>chủ</a:t>
          </a:r>
          <a:r>
            <a:rPr lang="en-US" sz="1800"/>
            <a:t> </a:t>
          </a:r>
          <a:r>
            <a:rPr lang="en-US" sz="1800" err="1"/>
            <a:t>cửa</a:t>
          </a:r>
          <a:r>
            <a:rPr lang="en-US" sz="1800"/>
            <a:t> </a:t>
          </a:r>
          <a:r>
            <a:rPr lang="en-US" sz="1800" err="1"/>
            <a:t>hàng</a:t>
          </a:r>
          <a:r>
            <a:rPr lang="en-US" sz="1800"/>
            <a:t>)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1C131E-7B38-400C-8955-45BDB164FE98}" type="parTrans" cxnId="{B1AB466F-95A3-41EA-B633-91390D955C40}">
      <dgm:prSet/>
      <dgm:spPr/>
      <dgm:t>
        <a:bodyPr/>
        <a:lstStyle/>
        <a:p>
          <a:endParaRPr lang="en-US" sz="2400"/>
        </a:p>
      </dgm:t>
    </dgm:pt>
    <dgm:pt modelId="{C0336653-F446-4B60-A426-DAD3D8E63F93}" type="sibTrans" cxnId="{B1AB466F-95A3-41EA-B633-91390D955C40}">
      <dgm:prSet/>
      <dgm:spPr/>
      <dgm:t>
        <a:bodyPr/>
        <a:lstStyle/>
        <a:p>
          <a:endParaRPr lang="en-US" sz="2400"/>
        </a:p>
      </dgm:t>
    </dgm:pt>
    <dgm:pt modelId="{2881040B-A75F-4962-B7AF-1370A1BEE1F9}">
      <dgm:prSet custT="1"/>
      <dgm:spPr/>
      <dgm:t>
        <a:bodyPr/>
        <a:lstStyle/>
        <a:p>
          <a:pPr>
            <a:buNone/>
          </a:pPr>
          <a:r>
            <a:rPr lang="en-US" sz="1800" err="1"/>
            <a:t>Nhân</a:t>
          </a:r>
          <a:r>
            <a:rPr lang="en-US" sz="1800"/>
            <a:t> </a:t>
          </a:r>
          <a:r>
            <a:rPr lang="en-US" sz="1800" err="1"/>
            <a:t>viên</a:t>
          </a:r>
          <a:r>
            <a:rPr lang="en-US" sz="1800"/>
            <a:t> </a:t>
          </a:r>
          <a:r>
            <a:rPr lang="en-US" sz="1800" err="1"/>
            <a:t>bán</a:t>
          </a:r>
          <a:r>
            <a:rPr lang="en-US" sz="1800"/>
            <a:t> </a:t>
          </a:r>
          <a:r>
            <a:rPr lang="en-US" sz="1800" err="1"/>
            <a:t>hàng</a:t>
          </a:r>
          <a:r>
            <a:rPr lang="en-US" sz="1800"/>
            <a:t> (Employee)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079717-53E0-4DD7-BFB3-993FF8C659E0}" type="parTrans" cxnId="{82ED4722-16BC-4AA9-9873-5BF07A9C4C5F}">
      <dgm:prSet/>
      <dgm:spPr/>
      <dgm:t>
        <a:bodyPr/>
        <a:lstStyle/>
        <a:p>
          <a:endParaRPr lang="en-US" sz="2400"/>
        </a:p>
      </dgm:t>
    </dgm:pt>
    <dgm:pt modelId="{87E19D20-1ED9-4B06-B673-AC5A1D3E0275}" type="sibTrans" cxnId="{82ED4722-16BC-4AA9-9873-5BF07A9C4C5F}">
      <dgm:prSet/>
      <dgm:spPr/>
      <dgm:t>
        <a:bodyPr/>
        <a:lstStyle/>
        <a:p>
          <a:endParaRPr lang="en-US" sz="2400"/>
        </a:p>
      </dgm:t>
    </dgm:pt>
    <dgm:pt modelId="{843FE5A6-37D2-4455-8779-A2C729F91EEA}" type="pres">
      <dgm:prSet presAssocID="{2DC9B778-2009-4916-80DF-3D3F2FF4433C}" presName="linear" presStyleCnt="0">
        <dgm:presLayoutVars>
          <dgm:dir/>
          <dgm:animLvl val="lvl"/>
          <dgm:resizeHandles val="exact"/>
        </dgm:presLayoutVars>
      </dgm:prSet>
      <dgm:spPr/>
    </dgm:pt>
    <dgm:pt modelId="{7EE8938E-ABCD-4BCA-B35D-ECA7DB33B8D2}" type="pres">
      <dgm:prSet presAssocID="{879F61E5-BD23-46E3-94CD-EC0B4485FBA0}" presName="parentLin" presStyleCnt="0"/>
      <dgm:spPr/>
    </dgm:pt>
    <dgm:pt modelId="{BDF1EAC6-A6E3-4E84-AB9B-8B14F1933E86}" type="pres">
      <dgm:prSet presAssocID="{879F61E5-BD23-46E3-94CD-EC0B4485FBA0}" presName="parentLeftMargin" presStyleLbl="node1" presStyleIdx="0" presStyleCnt="4"/>
      <dgm:spPr/>
    </dgm:pt>
    <dgm:pt modelId="{C82F78E4-9F4B-4F4D-BC4F-EC875C577B3D}" type="pres">
      <dgm:prSet presAssocID="{879F61E5-BD23-46E3-94CD-EC0B4485FB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52C197-5747-4BC0-86ED-B2D80A94A5E9}" type="pres">
      <dgm:prSet presAssocID="{879F61E5-BD23-46E3-94CD-EC0B4485FBA0}" presName="negativeSpace" presStyleCnt="0"/>
      <dgm:spPr/>
    </dgm:pt>
    <dgm:pt modelId="{195636CA-6752-4AA0-AD4C-51C82A66F523}" type="pres">
      <dgm:prSet presAssocID="{879F61E5-BD23-46E3-94CD-EC0B4485FBA0}" presName="childText" presStyleLbl="conFgAcc1" presStyleIdx="0" presStyleCnt="4">
        <dgm:presLayoutVars>
          <dgm:bulletEnabled val="1"/>
        </dgm:presLayoutVars>
      </dgm:prSet>
      <dgm:spPr/>
    </dgm:pt>
    <dgm:pt modelId="{DAC96600-82F8-4D4C-9A77-BAF3CFA5AC33}" type="pres">
      <dgm:prSet presAssocID="{80A74470-7A39-4AE8-B9E8-E78AE618B5DB}" presName="spaceBetweenRectangles" presStyleCnt="0"/>
      <dgm:spPr/>
    </dgm:pt>
    <dgm:pt modelId="{BD174C46-EFCA-4458-9DE2-FE2F0BB7EF81}" type="pres">
      <dgm:prSet presAssocID="{1CF5A877-1E65-4986-A532-BF185A63A77C}" presName="parentLin" presStyleCnt="0"/>
      <dgm:spPr/>
    </dgm:pt>
    <dgm:pt modelId="{908DC828-2E53-46A9-84D6-B39DD722D485}" type="pres">
      <dgm:prSet presAssocID="{1CF5A877-1E65-4986-A532-BF185A63A77C}" presName="parentLeftMargin" presStyleLbl="node1" presStyleIdx="0" presStyleCnt="4"/>
      <dgm:spPr/>
    </dgm:pt>
    <dgm:pt modelId="{F575DD16-ECF8-4E4E-BDE2-986948654628}" type="pres">
      <dgm:prSet presAssocID="{1CF5A877-1E65-4986-A532-BF185A63A77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4AC52C9-F10F-4C37-A9AE-A5A8EDB258DC}" type="pres">
      <dgm:prSet presAssocID="{1CF5A877-1E65-4986-A532-BF185A63A77C}" presName="negativeSpace" presStyleCnt="0"/>
      <dgm:spPr/>
    </dgm:pt>
    <dgm:pt modelId="{ACC5DD14-A682-4868-98D0-68EE2DCC7D55}" type="pres">
      <dgm:prSet presAssocID="{1CF5A877-1E65-4986-A532-BF185A63A77C}" presName="childText" presStyleLbl="conFgAcc1" presStyleIdx="1" presStyleCnt="4">
        <dgm:presLayoutVars>
          <dgm:bulletEnabled val="1"/>
        </dgm:presLayoutVars>
      </dgm:prSet>
      <dgm:spPr/>
    </dgm:pt>
    <dgm:pt modelId="{818EF226-FF8A-42E5-B034-FDC9301AA722}" type="pres">
      <dgm:prSet presAssocID="{04052373-0B98-4374-B71E-45C61227C65C}" presName="spaceBetweenRectangles" presStyleCnt="0"/>
      <dgm:spPr/>
    </dgm:pt>
    <dgm:pt modelId="{0505565D-2313-4455-A3FF-C9689442FACC}" type="pres">
      <dgm:prSet presAssocID="{558D4BE1-F6F9-472F-A4C2-32CCF0196EB8}" presName="parentLin" presStyleCnt="0"/>
      <dgm:spPr/>
    </dgm:pt>
    <dgm:pt modelId="{91B75879-A7B2-4722-8E81-5B947F8CCD46}" type="pres">
      <dgm:prSet presAssocID="{558D4BE1-F6F9-472F-A4C2-32CCF0196EB8}" presName="parentLeftMargin" presStyleLbl="node1" presStyleIdx="1" presStyleCnt="4"/>
      <dgm:spPr/>
    </dgm:pt>
    <dgm:pt modelId="{4596BD8A-FCA3-403C-B1B1-4C21C5527C31}" type="pres">
      <dgm:prSet presAssocID="{558D4BE1-F6F9-472F-A4C2-32CCF0196EB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37D1DAC-8141-42C4-B215-732EE646EDB9}" type="pres">
      <dgm:prSet presAssocID="{558D4BE1-F6F9-472F-A4C2-32CCF0196EB8}" presName="negativeSpace" presStyleCnt="0"/>
      <dgm:spPr/>
    </dgm:pt>
    <dgm:pt modelId="{F67BC181-EC78-420C-9B53-61733ABA41CE}" type="pres">
      <dgm:prSet presAssocID="{558D4BE1-F6F9-472F-A4C2-32CCF0196EB8}" presName="childText" presStyleLbl="conFgAcc1" presStyleIdx="2" presStyleCnt="4">
        <dgm:presLayoutVars>
          <dgm:bulletEnabled val="1"/>
        </dgm:presLayoutVars>
      </dgm:prSet>
      <dgm:spPr/>
    </dgm:pt>
    <dgm:pt modelId="{D1969002-3EE0-4DB4-9FFD-B291456B1B2B}" type="pres">
      <dgm:prSet presAssocID="{C0336653-F446-4B60-A426-DAD3D8E63F93}" presName="spaceBetweenRectangles" presStyleCnt="0"/>
      <dgm:spPr/>
    </dgm:pt>
    <dgm:pt modelId="{6675C8E5-740D-4946-9EAE-C62FD1DE4AB8}" type="pres">
      <dgm:prSet presAssocID="{2881040B-A75F-4962-B7AF-1370A1BEE1F9}" presName="parentLin" presStyleCnt="0"/>
      <dgm:spPr/>
    </dgm:pt>
    <dgm:pt modelId="{7E3B1027-2D06-4FFC-8EBD-098AEBCF858F}" type="pres">
      <dgm:prSet presAssocID="{2881040B-A75F-4962-B7AF-1370A1BEE1F9}" presName="parentLeftMargin" presStyleLbl="node1" presStyleIdx="2" presStyleCnt="4"/>
      <dgm:spPr/>
    </dgm:pt>
    <dgm:pt modelId="{7508F3E5-DED5-4515-A43C-8E59D8D570B7}" type="pres">
      <dgm:prSet presAssocID="{2881040B-A75F-4962-B7AF-1370A1BEE1F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D8C2E9D-DD2C-4328-8437-2B7C09A47A45}" type="pres">
      <dgm:prSet presAssocID="{2881040B-A75F-4962-B7AF-1370A1BEE1F9}" presName="negativeSpace" presStyleCnt="0"/>
      <dgm:spPr/>
    </dgm:pt>
    <dgm:pt modelId="{93DE60C7-B8CD-4579-A724-5F58E140DD98}" type="pres">
      <dgm:prSet presAssocID="{2881040B-A75F-4962-B7AF-1370A1BEE1F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2ED4722-16BC-4AA9-9873-5BF07A9C4C5F}" srcId="{2DC9B778-2009-4916-80DF-3D3F2FF4433C}" destId="{2881040B-A75F-4962-B7AF-1370A1BEE1F9}" srcOrd="3" destOrd="0" parTransId="{8E079717-53E0-4DD7-BFB3-993FF8C659E0}" sibTransId="{87E19D20-1ED9-4B06-B673-AC5A1D3E0275}"/>
    <dgm:cxn modelId="{24C73426-C705-485C-A0C1-336524987109}" type="presOf" srcId="{879F61E5-BD23-46E3-94CD-EC0B4485FBA0}" destId="{BDF1EAC6-A6E3-4E84-AB9B-8B14F1933E86}" srcOrd="0" destOrd="0" presId="urn:microsoft.com/office/officeart/2005/8/layout/list1#2"/>
    <dgm:cxn modelId="{1DD50D62-4B1F-4446-AFB5-31B26B217D90}" type="presOf" srcId="{1CF5A877-1E65-4986-A532-BF185A63A77C}" destId="{F575DD16-ECF8-4E4E-BDE2-986948654628}" srcOrd="1" destOrd="0" presId="urn:microsoft.com/office/officeart/2005/8/layout/list1#2"/>
    <dgm:cxn modelId="{7527A043-D514-4D54-9D3B-0C28728353AD}" type="presOf" srcId="{2881040B-A75F-4962-B7AF-1370A1BEE1F9}" destId="{7E3B1027-2D06-4FFC-8EBD-098AEBCF858F}" srcOrd="0" destOrd="0" presId="urn:microsoft.com/office/officeart/2005/8/layout/list1#2"/>
    <dgm:cxn modelId="{C17C4966-4CCC-4AC4-B7B5-6926296AFD3C}" srcId="{2DC9B778-2009-4916-80DF-3D3F2FF4433C}" destId="{1CF5A877-1E65-4986-A532-BF185A63A77C}" srcOrd="1" destOrd="0" parTransId="{01D81486-3ABB-41CA-9392-F5B4754118A3}" sibTransId="{04052373-0B98-4374-B71E-45C61227C65C}"/>
    <dgm:cxn modelId="{B1AB466F-95A3-41EA-B633-91390D955C40}" srcId="{2DC9B778-2009-4916-80DF-3D3F2FF4433C}" destId="{558D4BE1-F6F9-472F-A4C2-32CCF0196EB8}" srcOrd="2" destOrd="0" parTransId="{B01C131E-7B38-400C-8955-45BDB164FE98}" sibTransId="{C0336653-F446-4B60-A426-DAD3D8E63F93}"/>
    <dgm:cxn modelId="{FD90DB73-C1D3-44CC-9CCC-6540791F0A11}" type="presOf" srcId="{558D4BE1-F6F9-472F-A4C2-32CCF0196EB8}" destId="{4596BD8A-FCA3-403C-B1B1-4C21C5527C31}" srcOrd="1" destOrd="0" presId="urn:microsoft.com/office/officeart/2005/8/layout/list1#2"/>
    <dgm:cxn modelId="{47C5438C-DA94-4420-9D0A-7C14760ADC1B}" srcId="{2DC9B778-2009-4916-80DF-3D3F2FF4433C}" destId="{879F61E5-BD23-46E3-94CD-EC0B4485FBA0}" srcOrd="0" destOrd="0" parTransId="{C46717F0-9537-490A-87C2-01176C7A1264}" sibTransId="{80A74470-7A39-4AE8-B9E8-E78AE618B5DB}"/>
    <dgm:cxn modelId="{3D1215A3-4866-4CF1-9370-2333D8E77AC2}" type="presOf" srcId="{2DC9B778-2009-4916-80DF-3D3F2FF4433C}" destId="{843FE5A6-37D2-4455-8779-A2C729F91EEA}" srcOrd="0" destOrd="0" presId="urn:microsoft.com/office/officeart/2005/8/layout/list1#2"/>
    <dgm:cxn modelId="{147989A4-0EBB-42BE-958E-3509027AA8B6}" type="presOf" srcId="{2881040B-A75F-4962-B7AF-1370A1BEE1F9}" destId="{7508F3E5-DED5-4515-A43C-8E59D8D570B7}" srcOrd="1" destOrd="0" presId="urn:microsoft.com/office/officeart/2005/8/layout/list1#2"/>
    <dgm:cxn modelId="{2ABA62B0-60B7-44BA-B83D-36675D5CB4E3}" type="presOf" srcId="{1CF5A877-1E65-4986-A532-BF185A63A77C}" destId="{908DC828-2E53-46A9-84D6-B39DD722D485}" srcOrd="0" destOrd="0" presId="urn:microsoft.com/office/officeart/2005/8/layout/list1#2"/>
    <dgm:cxn modelId="{F10FE3C6-285D-4C3E-9628-583D290CFDE4}" type="presOf" srcId="{879F61E5-BD23-46E3-94CD-EC0B4485FBA0}" destId="{C82F78E4-9F4B-4F4D-BC4F-EC875C577B3D}" srcOrd="1" destOrd="0" presId="urn:microsoft.com/office/officeart/2005/8/layout/list1#2"/>
    <dgm:cxn modelId="{AD16CDEC-C03D-4517-82F6-BA7C06083639}" type="presOf" srcId="{558D4BE1-F6F9-472F-A4C2-32CCF0196EB8}" destId="{91B75879-A7B2-4722-8E81-5B947F8CCD46}" srcOrd="0" destOrd="0" presId="urn:microsoft.com/office/officeart/2005/8/layout/list1#2"/>
    <dgm:cxn modelId="{65B93D05-2A80-41DC-8312-22342AB39F43}" type="presParOf" srcId="{843FE5A6-37D2-4455-8779-A2C729F91EEA}" destId="{7EE8938E-ABCD-4BCA-B35D-ECA7DB33B8D2}" srcOrd="0" destOrd="0" presId="urn:microsoft.com/office/officeart/2005/8/layout/list1#2"/>
    <dgm:cxn modelId="{CFD1D4B3-1200-433C-9152-F2AC609FF1E7}" type="presParOf" srcId="{7EE8938E-ABCD-4BCA-B35D-ECA7DB33B8D2}" destId="{BDF1EAC6-A6E3-4E84-AB9B-8B14F1933E86}" srcOrd="0" destOrd="0" presId="urn:microsoft.com/office/officeart/2005/8/layout/list1#2"/>
    <dgm:cxn modelId="{97F89C66-3D6F-4182-8A2A-F1E036E9DBA5}" type="presParOf" srcId="{7EE8938E-ABCD-4BCA-B35D-ECA7DB33B8D2}" destId="{C82F78E4-9F4B-4F4D-BC4F-EC875C577B3D}" srcOrd="1" destOrd="0" presId="urn:microsoft.com/office/officeart/2005/8/layout/list1#2"/>
    <dgm:cxn modelId="{4CA9F705-19E4-496A-BA96-07358CAF5AA7}" type="presParOf" srcId="{843FE5A6-37D2-4455-8779-A2C729F91EEA}" destId="{AE52C197-5747-4BC0-86ED-B2D80A94A5E9}" srcOrd="1" destOrd="0" presId="urn:microsoft.com/office/officeart/2005/8/layout/list1#2"/>
    <dgm:cxn modelId="{5B4F1776-423B-4764-9FCB-645FF1D9E98B}" type="presParOf" srcId="{843FE5A6-37D2-4455-8779-A2C729F91EEA}" destId="{195636CA-6752-4AA0-AD4C-51C82A66F523}" srcOrd="2" destOrd="0" presId="urn:microsoft.com/office/officeart/2005/8/layout/list1#2"/>
    <dgm:cxn modelId="{7861168D-A806-46FB-931C-5E1F9272779B}" type="presParOf" srcId="{843FE5A6-37D2-4455-8779-A2C729F91EEA}" destId="{DAC96600-82F8-4D4C-9A77-BAF3CFA5AC33}" srcOrd="3" destOrd="0" presId="urn:microsoft.com/office/officeart/2005/8/layout/list1#2"/>
    <dgm:cxn modelId="{546A404E-4BA2-4E15-9C3A-15A3798CD459}" type="presParOf" srcId="{843FE5A6-37D2-4455-8779-A2C729F91EEA}" destId="{BD174C46-EFCA-4458-9DE2-FE2F0BB7EF81}" srcOrd="4" destOrd="0" presId="urn:microsoft.com/office/officeart/2005/8/layout/list1#2"/>
    <dgm:cxn modelId="{7906800D-3678-48DE-ACC7-B41F409E18F3}" type="presParOf" srcId="{BD174C46-EFCA-4458-9DE2-FE2F0BB7EF81}" destId="{908DC828-2E53-46A9-84D6-B39DD722D485}" srcOrd="0" destOrd="0" presId="urn:microsoft.com/office/officeart/2005/8/layout/list1#2"/>
    <dgm:cxn modelId="{B3F9D24B-FDED-45F4-86B3-666D0BE608DC}" type="presParOf" srcId="{BD174C46-EFCA-4458-9DE2-FE2F0BB7EF81}" destId="{F575DD16-ECF8-4E4E-BDE2-986948654628}" srcOrd="1" destOrd="0" presId="urn:microsoft.com/office/officeart/2005/8/layout/list1#2"/>
    <dgm:cxn modelId="{43B7B5BC-25C9-4EFB-8367-A0EA950B8016}" type="presParOf" srcId="{843FE5A6-37D2-4455-8779-A2C729F91EEA}" destId="{64AC52C9-F10F-4C37-A9AE-A5A8EDB258DC}" srcOrd="5" destOrd="0" presId="urn:microsoft.com/office/officeart/2005/8/layout/list1#2"/>
    <dgm:cxn modelId="{7BBDC3EC-4B65-46B0-925F-E674821537D7}" type="presParOf" srcId="{843FE5A6-37D2-4455-8779-A2C729F91EEA}" destId="{ACC5DD14-A682-4868-98D0-68EE2DCC7D55}" srcOrd="6" destOrd="0" presId="urn:microsoft.com/office/officeart/2005/8/layout/list1#2"/>
    <dgm:cxn modelId="{CB82C787-2BCD-4AC6-82C5-97F41B299B1C}" type="presParOf" srcId="{843FE5A6-37D2-4455-8779-A2C729F91EEA}" destId="{818EF226-FF8A-42E5-B034-FDC9301AA722}" srcOrd="7" destOrd="0" presId="urn:microsoft.com/office/officeart/2005/8/layout/list1#2"/>
    <dgm:cxn modelId="{FADA1814-FBD1-4413-A936-AA4241F58CD4}" type="presParOf" srcId="{843FE5A6-37D2-4455-8779-A2C729F91EEA}" destId="{0505565D-2313-4455-A3FF-C9689442FACC}" srcOrd="8" destOrd="0" presId="urn:microsoft.com/office/officeart/2005/8/layout/list1#2"/>
    <dgm:cxn modelId="{60355CE7-8F37-4736-810E-1E2A4DE6254E}" type="presParOf" srcId="{0505565D-2313-4455-A3FF-C9689442FACC}" destId="{91B75879-A7B2-4722-8E81-5B947F8CCD46}" srcOrd="0" destOrd="0" presId="urn:microsoft.com/office/officeart/2005/8/layout/list1#2"/>
    <dgm:cxn modelId="{045CBF7F-715B-4536-9AD5-A4BA00096CF5}" type="presParOf" srcId="{0505565D-2313-4455-A3FF-C9689442FACC}" destId="{4596BD8A-FCA3-403C-B1B1-4C21C5527C31}" srcOrd="1" destOrd="0" presId="urn:microsoft.com/office/officeart/2005/8/layout/list1#2"/>
    <dgm:cxn modelId="{189A41AB-5589-47C2-9C49-546BCB2967CD}" type="presParOf" srcId="{843FE5A6-37D2-4455-8779-A2C729F91EEA}" destId="{D37D1DAC-8141-42C4-B215-732EE646EDB9}" srcOrd="9" destOrd="0" presId="urn:microsoft.com/office/officeart/2005/8/layout/list1#2"/>
    <dgm:cxn modelId="{F921BD81-FC27-4C63-9792-BDDDF17A83A6}" type="presParOf" srcId="{843FE5A6-37D2-4455-8779-A2C729F91EEA}" destId="{F67BC181-EC78-420C-9B53-61733ABA41CE}" srcOrd="10" destOrd="0" presId="urn:microsoft.com/office/officeart/2005/8/layout/list1#2"/>
    <dgm:cxn modelId="{A18758AA-9029-44F1-B9F7-8504544898C3}" type="presParOf" srcId="{843FE5A6-37D2-4455-8779-A2C729F91EEA}" destId="{D1969002-3EE0-4DB4-9FFD-B291456B1B2B}" srcOrd="11" destOrd="0" presId="urn:microsoft.com/office/officeart/2005/8/layout/list1#2"/>
    <dgm:cxn modelId="{F986EB05-1706-4168-85CF-CAC75F0EA333}" type="presParOf" srcId="{843FE5A6-37D2-4455-8779-A2C729F91EEA}" destId="{6675C8E5-740D-4946-9EAE-C62FD1DE4AB8}" srcOrd="12" destOrd="0" presId="urn:microsoft.com/office/officeart/2005/8/layout/list1#2"/>
    <dgm:cxn modelId="{A7CD43A9-17EE-4617-AD43-ECC01281E526}" type="presParOf" srcId="{6675C8E5-740D-4946-9EAE-C62FD1DE4AB8}" destId="{7E3B1027-2D06-4FFC-8EBD-098AEBCF858F}" srcOrd="0" destOrd="0" presId="urn:microsoft.com/office/officeart/2005/8/layout/list1#2"/>
    <dgm:cxn modelId="{324BE2A2-3515-42D8-8109-6B858C8545C6}" type="presParOf" srcId="{6675C8E5-740D-4946-9EAE-C62FD1DE4AB8}" destId="{7508F3E5-DED5-4515-A43C-8E59D8D570B7}" srcOrd="1" destOrd="0" presId="urn:microsoft.com/office/officeart/2005/8/layout/list1#2"/>
    <dgm:cxn modelId="{20B93BAC-60FD-4D67-B8AD-7E89748BD3DC}" type="presParOf" srcId="{843FE5A6-37D2-4455-8779-A2C729F91EEA}" destId="{5D8C2E9D-DD2C-4328-8437-2B7C09A47A45}" srcOrd="13" destOrd="0" presId="urn:microsoft.com/office/officeart/2005/8/layout/list1#2"/>
    <dgm:cxn modelId="{038079CB-6997-46B1-8E73-B2361AD1C71A}" type="presParOf" srcId="{843FE5A6-37D2-4455-8779-A2C729F91EEA}" destId="{93DE60C7-B8CD-4579-A724-5F58E140DD98}" srcOrd="14" destOrd="0" presId="urn:microsoft.com/office/officeart/2005/8/layout/list1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636CA-6752-4AA0-AD4C-51C82A66F523}">
      <dsp:nvSpPr>
        <dsp:cNvPr id="0" name=""/>
        <dsp:cNvSpPr/>
      </dsp:nvSpPr>
      <dsp:spPr>
        <a:xfrm>
          <a:off x="0" y="485855"/>
          <a:ext cx="6364224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2F78E4-9F4B-4F4D-BC4F-EC875C577B3D}">
      <dsp:nvSpPr>
        <dsp:cNvPr id="0" name=""/>
        <dsp:cNvSpPr/>
      </dsp:nvSpPr>
      <dsp:spPr>
        <a:xfrm>
          <a:off x="318211" y="28295"/>
          <a:ext cx="4454956" cy="9151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/>
            <a:t>Khách</a:t>
          </a:r>
          <a:r>
            <a:rPr lang="en-US" sz="1800" kern="1200"/>
            <a:t> </a:t>
          </a:r>
          <a:r>
            <a:rPr lang="en-US" sz="1800" kern="1200" err="1"/>
            <a:t>vãng</a:t>
          </a:r>
          <a:r>
            <a:rPr lang="en-US" sz="1800" kern="1200"/>
            <a:t> lai (Guest - </a:t>
          </a:r>
          <a:r>
            <a:rPr lang="en-US" sz="1800" kern="1200" err="1"/>
            <a:t>Người</a:t>
          </a:r>
          <a:r>
            <a:rPr lang="en-US" sz="1800" kern="1200"/>
            <a:t> </a:t>
          </a:r>
          <a:r>
            <a:rPr lang="en-US" sz="1800" kern="1200" err="1"/>
            <a:t>dùng</a:t>
          </a:r>
          <a:r>
            <a:rPr lang="en-US" sz="1800" kern="1200"/>
            <a:t> </a:t>
          </a:r>
          <a:r>
            <a:rPr lang="en-US" sz="1800" kern="1200" err="1"/>
            <a:t>không</a:t>
          </a:r>
          <a:r>
            <a:rPr lang="en-US" sz="1800" kern="1200"/>
            <a:t> </a:t>
          </a:r>
          <a:r>
            <a:rPr lang="en-US" sz="1800" kern="1200" err="1"/>
            <a:t>có</a:t>
          </a:r>
          <a:r>
            <a:rPr lang="en-US" sz="1800" kern="1200"/>
            <a:t> </a:t>
          </a:r>
          <a:r>
            <a:rPr lang="en-US" sz="1800" kern="1200" err="1"/>
            <a:t>tài</a:t>
          </a:r>
          <a:r>
            <a:rPr lang="en-US" sz="1800" kern="1200"/>
            <a:t> </a:t>
          </a:r>
          <a:r>
            <a:rPr lang="en-US" sz="1800" kern="1200" err="1"/>
            <a:t>khoản</a:t>
          </a:r>
          <a:r>
            <a:rPr lang="en-US" sz="1800" kern="1200"/>
            <a:t>)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2883" y="72967"/>
        <a:ext cx="4365612" cy="825776"/>
      </dsp:txXfrm>
    </dsp:sp>
    <dsp:sp modelId="{ACC5DD14-A682-4868-98D0-68EE2DCC7D55}">
      <dsp:nvSpPr>
        <dsp:cNvPr id="0" name=""/>
        <dsp:cNvSpPr/>
      </dsp:nvSpPr>
      <dsp:spPr>
        <a:xfrm>
          <a:off x="0" y="1892015"/>
          <a:ext cx="6364224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75DD16-ECF8-4E4E-BDE2-986948654628}">
      <dsp:nvSpPr>
        <dsp:cNvPr id="0" name=""/>
        <dsp:cNvSpPr/>
      </dsp:nvSpPr>
      <dsp:spPr>
        <a:xfrm>
          <a:off x="318211" y="1434455"/>
          <a:ext cx="4454956" cy="9151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/>
            <a:t>Khách</a:t>
          </a:r>
          <a:r>
            <a:rPr lang="en-US" sz="1800" kern="1200"/>
            <a:t> </a:t>
          </a:r>
          <a:r>
            <a:rPr lang="en-US" sz="1800" kern="1200" err="1"/>
            <a:t>hàng</a:t>
          </a:r>
          <a:r>
            <a:rPr lang="en-US" sz="1800" kern="1200"/>
            <a:t> (Customer - </a:t>
          </a:r>
          <a:r>
            <a:rPr lang="en-US" sz="1800" kern="1200" err="1"/>
            <a:t>Người</a:t>
          </a:r>
          <a:r>
            <a:rPr lang="en-US" sz="1800" kern="1200"/>
            <a:t> </a:t>
          </a:r>
          <a:r>
            <a:rPr lang="en-US" sz="1800" kern="1200" err="1"/>
            <a:t>dùng</a:t>
          </a:r>
          <a:r>
            <a:rPr lang="en-US" sz="1800" kern="1200"/>
            <a:t> </a:t>
          </a:r>
          <a:r>
            <a:rPr lang="en-US" sz="1800" kern="1200" err="1"/>
            <a:t>có</a:t>
          </a:r>
          <a:r>
            <a:rPr lang="en-US" sz="1800" kern="1200"/>
            <a:t> </a:t>
          </a:r>
          <a:r>
            <a:rPr lang="en-US" sz="1800" kern="1200" err="1"/>
            <a:t>tài</a:t>
          </a:r>
          <a:r>
            <a:rPr lang="en-US" sz="1800" kern="1200"/>
            <a:t> </a:t>
          </a:r>
          <a:r>
            <a:rPr lang="en-US" sz="1800" kern="1200" err="1"/>
            <a:t>khoản</a:t>
          </a:r>
          <a:r>
            <a:rPr lang="en-US" sz="1800" kern="1200"/>
            <a:t>)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2883" y="1479127"/>
        <a:ext cx="4365612" cy="825776"/>
      </dsp:txXfrm>
    </dsp:sp>
    <dsp:sp modelId="{F67BC181-EC78-420C-9B53-61733ABA41CE}">
      <dsp:nvSpPr>
        <dsp:cNvPr id="0" name=""/>
        <dsp:cNvSpPr/>
      </dsp:nvSpPr>
      <dsp:spPr>
        <a:xfrm>
          <a:off x="0" y="3298176"/>
          <a:ext cx="6364224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96BD8A-FCA3-403C-B1B1-4C21C5527C31}">
      <dsp:nvSpPr>
        <dsp:cNvPr id="0" name=""/>
        <dsp:cNvSpPr/>
      </dsp:nvSpPr>
      <dsp:spPr>
        <a:xfrm>
          <a:off x="318211" y="2840615"/>
          <a:ext cx="4454956" cy="9151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Quản </a:t>
          </a:r>
          <a:r>
            <a:rPr lang="en-US" sz="1800" kern="1200" err="1"/>
            <a:t>trị</a:t>
          </a:r>
          <a:r>
            <a:rPr lang="en-US" sz="1800" kern="1200"/>
            <a:t> </a:t>
          </a:r>
          <a:r>
            <a:rPr lang="en-US" sz="1800" kern="1200" err="1"/>
            <a:t>viên</a:t>
          </a:r>
          <a:r>
            <a:rPr lang="en-US" sz="1800" kern="1200"/>
            <a:t> (Admin - Quản </a:t>
          </a:r>
          <a:r>
            <a:rPr lang="en-US" sz="1800" kern="1200" err="1"/>
            <a:t>trị</a:t>
          </a:r>
          <a:r>
            <a:rPr lang="en-US" sz="1800" kern="1200"/>
            <a:t> </a:t>
          </a:r>
          <a:r>
            <a:rPr lang="en-US" sz="1800" kern="1200" err="1"/>
            <a:t>hệ</a:t>
          </a:r>
          <a:r>
            <a:rPr lang="en-US" sz="1800" kern="1200"/>
            <a:t> </a:t>
          </a:r>
          <a:r>
            <a:rPr lang="en-US" sz="1800" kern="1200" err="1"/>
            <a:t>thống</a:t>
          </a:r>
          <a:r>
            <a:rPr lang="en-US" sz="1800" kern="1200"/>
            <a:t>, </a:t>
          </a:r>
          <a:r>
            <a:rPr lang="en-US" sz="1800" kern="1200" err="1"/>
            <a:t>chủ</a:t>
          </a:r>
          <a:r>
            <a:rPr lang="en-US" sz="1800" kern="1200"/>
            <a:t> </a:t>
          </a:r>
          <a:r>
            <a:rPr lang="en-US" sz="1800" kern="1200" err="1"/>
            <a:t>cửa</a:t>
          </a:r>
          <a:r>
            <a:rPr lang="en-US" sz="1800" kern="1200"/>
            <a:t> </a:t>
          </a:r>
          <a:r>
            <a:rPr lang="en-US" sz="1800" kern="1200" err="1"/>
            <a:t>hàng</a:t>
          </a:r>
          <a:r>
            <a:rPr lang="en-US" sz="1800" kern="1200"/>
            <a:t>)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2883" y="2885287"/>
        <a:ext cx="4365612" cy="825776"/>
      </dsp:txXfrm>
    </dsp:sp>
    <dsp:sp modelId="{93DE60C7-B8CD-4579-A724-5F58E140DD98}">
      <dsp:nvSpPr>
        <dsp:cNvPr id="0" name=""/>
        <dsp:cNvSpPr/>
      </dsp:nvSpPr>
      <dsp:spPr>
        <a:xfrm>
          <a:off x="0" y="4704335"/>
          <a:ext cx="6364224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08F3E5-DED5-4515-A43C-8E59D8D570B7}">
      <dsp:nvSpPr>
        <dsp:cNvPr id="0" name=""/>
        <dsp:cNvSpPr/>
      </dsp:nvSpPr>
      <dsp:spPr>
        <a:xfrm>
          <a:off x="318211" y="4246776"/>
          <a:ext cx="4454956" cy="9151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/>
            <a:t>Nhân</a:t>
          </a:r>
          <a:r>
            <a:rPr lang="en-US" sz="1800" kern="1200"/>
            <a:t> </a:t>
          </a:r>
          <a:r>
            <a:rPr lang="en-US" sz="1800" kern="1200" err="1"/>
            <a:t>viên</a:t>
          </a:r>
          <a:r>
            <a:rPr lang="en-US" sz="1800" kern="1200"/>
            <a:t> </a:t>
          </a:r>
          <a:r>
            <a:rPr lang="en-US" sz="1800" kern="1200" err="1"/>
            <a:t>bán</a:t>
          </a:r>
          <a:r>
            <a:rPr lang="en-US" sz="1800" kern="1200"/>
            <a:t> </a:t>
          </a:r>
          <a:r>
            <a:rPr lang="en-US" sz="1800" kern="1200" err="1"/>
            <a:t>hàng</a:t>
          </a:r>
          <a:r>
            <a:rPr lang="en-US" sz="1800" kern="1200"/>
            <a:t> (Employee)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2883" y="4291448"/>
        <a:ext cx="4365612" cy="825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#2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94F52-9247-73B8-A5EE-37CE0AED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EE3DE-3424-1083-2D80-D41AC1023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C87B9-394C-1DC0-4C8F-72BF3E569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B40CE-7181-3490-130F-6DF65C62A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90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nổi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bật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ấn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nội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kêng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truyền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top 10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cửa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logo SLY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ô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giỏ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thích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thì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chat bot AI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chat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hỗ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bao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Lọc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(Top, Bottom, Accessories, …)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kèm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,…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hỗ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chóng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hồi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 chi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khối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… 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cỡ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cỡ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giỏ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thương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điện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tử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website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giỏ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xóa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khỏi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giỏ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tiện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kèm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tiền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giỏ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12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ấn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“Tiến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giỏ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sắp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Tuy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điện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tiền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Khi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lòng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ấn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Thanh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86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 Overview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dòng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bởi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đường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kẻ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thẻ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xếp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cạnh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thẻ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hỗ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dấu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nghìn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(Skeleton loading)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viền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chuột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vực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sâu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kê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OrderStatsChart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kê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RevenueStatsChart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dễ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dõi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87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Quản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dòng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đen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riêng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Admin.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Ngày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Ngày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Thao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Xóa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Admin),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(Skeleton loading)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kèm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sẵn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hộp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mẫu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(Modal)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hộp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ConfirmModal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xóa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093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Quản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phẩm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tab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Ngừng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Admin.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lọc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ô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dropdown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sắp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xếp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từ-đến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kèm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Lọc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/ "Reset".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kèm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gốc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Tồn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Danh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Thao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(Xem,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Xóa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dấu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(...),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kèm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hộp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ngầm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(Modal)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17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Quản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dòng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thẻ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kê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vô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Ngay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cạnh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lọc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hỗ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quyền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sắp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xếp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ô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SĐT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Email.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khoa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ID, Liên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riêng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gạt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Admin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bật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tắt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kèm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Xem chi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chuột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dòng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1927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Quản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nổi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bật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lọc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ô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SĐT, Email)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dòng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Trung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tâm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chữ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gạt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SVG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bật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tắt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vòng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xoay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chờ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chống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trùng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lặp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vụ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mượt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nhờ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(Skeleton Loader),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mờ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vô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dấu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(...).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77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Quản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nổi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bật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banner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vực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kèm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"THÊM TIN NỔI BẬT"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Admin ở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Trung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tâm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chữ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Nội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ô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(Landscape 16:9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Portrait 3:4)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nút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ẩn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chuột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qua. Khi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dòng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kéo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(Detail Drawer)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400px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trượt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cạnh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mốc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sẵn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hộp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mẫu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(Form Modal)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hỗ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trợ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URL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ngặt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(32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64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nội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kèm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chờ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33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Rectangle 4"/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Graphic 24"/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3670" t="-7182" r="-9886" b="52046"/>
            <a:stretch>
              <a:fillRect/>
            </a:stretch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Graphic 25"/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56" t="-7183" r="44925" b="48899"/>
            <a:stretch>
              <a:fillRect/>
            </a:stretch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Straight Connector 14"/>
          <p:cNvCxnSpPr/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/>
          <p:cNvCxnSpPr/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add title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3048" y="2138289"/>
            <a:ext cx="12188952" cy="4033912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20"/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7860" r="37853" b="27738"/>
          <a:stretch>
            <a:fillRect/>
          </a:stretch>
        </p:blipFill>
        <p:spPr>
          <a:xfrm>
            <a:off x="6962087" y="2143124"/>
            <a:ext cx="5226865" cy="4033839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22177" y="365125"/>
            <a:ext cx="10778937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2899" y="2350108"/>
            <a:ext cx="10778221" cy="3609461"/>
          </a:xfrm>
        </p:spPr>
        <p:txBody>
          <a:bodyPr anchor="ctr" anchorCtr="0">
            <a:normAutofit/>
          </a:bodyPr>
          <a:lstStyle>
            <a:lvl1pPr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sz="1800">
              <a:solidFill>
                <a:schemeClr val="tx1"/>
              </a:solidFill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0" y="2138288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 userDrawn="1"/>
        </p:nvCxnSpPr>
        <p:spPr>
          <a:xfrm>
            <a:off x="0" y="2045761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26472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/>
              <a:t>Click to add title 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6483096" y="1"/>
            <a:ext cx="5013088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 flipV="1">
            <a:off x="6483096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V="1">
            <a:off x="6363569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16" name="Graphic 15"/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249" t="13424" r="28018" b="11087"/>
          <a:stretch>
            <a:fillRect/>
          </a:stretch>
        </p:blipFill>
        <p:spPr>
          <a:xfrm>
            <a:off x="6472427" y="0"/>
            <a:ext cx="5023757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0744200" y="1"/>
            <a:ext cx="75198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/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796" t="12194" r="49125" b="12256"/>
          <a:stretch>
            <a:fillRect/>
          </a:stretch>
        </p:blipFill>
        <p:spPr>
          <a:xfrm>
            <a:off x="10732660" y="-5609"/>
            <a:ext cx="763524" cy="6863608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9733538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6" y="2198915"/>
            <a:ext cx="9741183" cy="3345316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aseline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sz="1800">
              <a:solidFill>
                <a:schemeClr val="tx1"/>
              </a:solidFill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V="1">
            <a:off x="1074420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flipV="1">
            <a:off x="1063077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605245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rot="10800000">
            <a:off x="11491640" y="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10660350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2178" y="2198914"/>
            <a:ext cx="5157787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5924741" y="2198913"/>
            <a:ext cx="5157787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z="4400"/>
              <a:t>Click to add title 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105342" y="2198914"/>
            <a:ext cx="3970218" cy="34459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22178" y="2198914"/>
            <a:ext cx="6487908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z="4400"/>
              <a:t>Click to add title 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13657" y="2198914"/>
            <a:ext cx="3970218" cy="34459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921213" y="2198914"/>
            <a:ext cx="6154347" cy="344598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/>
          <p:cNvSpPr/>
          <p:nvPr userDrawn="1"/>
        </p:nvSpPr>
        <p:spPr>
          <a:xfrm rot="10800000">
            <a:off x="11494040" y="4282928"/>
            <a:ext cx="699477" cy="1898809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61904" cy="132556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3" hasCustomPrompt="1"/>
          </p:nvPr>
        </p:nvSpPr>
        <p:spPr>
          <a:xfrm>
            <a:off x="420688" y="2189377"/>
            <a:ext cx="10661840" cy="3490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22897" y="539496"/>
            <a:ext cx="5228393" cy="269719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sz="4800"/>
              <a:t>Click to add title 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2897" y="3354749"/>
            <a:ext cx="5228392" cy="258247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9884230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 flipV="1">
            <a:off x="988423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 flipV="1">
            <a:off x="976862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 flipV="1">
            <a:off x="9372495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 userDrawn="1"/>
        </p:nvSpPr>
        <p:spPr>
          <a:xfrm>
            <a:off x="7760541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 userDrawn="1"/>
        </p:nvCxnSpPr>
        <p:spPr>
          <a:xfrm flipV="1">
            <a:off x="948135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 flipV="1">
            <a:off x="77605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 flipV="1">
            <a:off x="7644933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/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706" t="12194" r="49126" b="12256"/>
          <a:stretch>
            <a:fillRect/>
          </a:stretch>
        </p:blipFill>
        <p:spPr>
          <a:xfrm>
            <a:off x="9884229" y="-5609"/>
            <a:ext cx="1611955" cy="6863608"/>
          </a:xfrm>
          <a:prstGeom prst="rect">
            <a:avLst/>
          </a:prstGeom>
        </p:spPr>
      </p:pic>
      <p:pic>
        <p:nvPicPr>
          <p:cNvPr id="35" name="Graphic 34"/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790" t="12194" r="70042" b="12256"/>
          <a:stretch>
            <a:fillRect/>
          </a:stretch>
        </p:blipFill>
        <p:spPr>
          <a:xfrm>
            <a:off x="7753789" y="5610"/>
            <a:ext cx="1611955" cy="686360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/>
          <p:cNvCxnSpPr/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/>
          <p:cNvCxnSpPr/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7" r:id="rId18"/>
    <p:sldLayoutId id="2147483668" r:id="rId19"/>
    <p:sldLayoutId id="2147483669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logo with a black background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1" y="731520"/>
            <a:ext cx="2174239" cy="9403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87041" y="1087121"/>
            <a:ext cx="6776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NGHIỆP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77" y="1853056"/>
            <a:ext cx="4511041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CÔNG NGHỆ THÔNG 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9439" y="2414301"/>
            <a:ext cx="845311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ĐỒ ÁN LẬP TRÌNH WWW (Java)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3974" y="3195626"/>
            <a:ext cx="903699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7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thương mại điện tử đa danh mục</a:t>
            </a:r>
            <a:endParaRPr lang="en-US" sz="27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75436" y="3742547"/>
            <a:ext cx="5152428" cy="20159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err="1">
                <a:latin typeface="Times New Roman"/>
                <a:cs typeface="Times New Roman"/>
              </a:rPr>
              <a:t>Nhóm</a:t>
            </a:r>
            <a:r>
              <a:rPr lang="en-US" sz="2000" b="1">
                <a:latin typeface="Times New Roman"/>
                <a:cs typeface="Times New Roman"/>
              </a:rPr>
              <a:t> 1 – Thành </a:t>
            </a:r>
            <a:r>
              <a:rPr lang="en-US" sz="2000" b="1" err="1">
                <a:latin typeface="Times New Roman"/>
                <a:cs typeface="Times New Roman"/>
              </a:rPr>
              <a:t>viên</a:t>
            </a:r>
            <a:r>
              <a:rPr lang="en-US" sz="2000" b="1">
                <a:latin typeface="Times New Roman"/>
                <a:cs typeface="Times New Roman"/>
              </a:rPr>
              <a:t> </a:t>
            </a:r>
            <a:r>
              <a:rPr lang="en-US" sz="2000" b="1" err="1">
                <a:latin typeface="Times New Roman"/>
                <a:cs typeface="Times New Roman"/>
              </a:rPr>
              <a:t>nhóm</a:t>
            </a:r>
            <a:r>
              <a:rPr lang="en-US" sz="2000" b="1">
                <a:latin typeface="Times New Roman"/>
                <a:cs typeface="Times New Roman"/>
              </a:rPr>
              <a:t>:</a:t>
            </a:r>
            <a:endParaRPr lang="en-US">
              <a:latin typeface="Times New Roman"/>
              <a:cs typeface="Times New Roman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Phùng Văn Tú </a:t>
            </a:r>
            <a:r>
              <a:rPr lang="en-US" sz="2000" b="1" i="0" u="none" strike="noStrike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22637541</a:t>
            </a:r>
            <a:endParaRPr lang="vi-VN" sz="2000" b="1" i="0" u="none" strike="noStrike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Nguyễn Lâm Chí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Tường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- 22714591</a:t>
            </a:r>
            <a:endParaRPr lang="vi-VN" sz="2000" b="1" i="0" u="none" strike="noStrike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vi-VN" sz="2000" b="1" i="0" u="none" strike="noStrike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Lê Tấn Phong</a:t>
            </a:r>
            <a:r>
              <a:rPr lang="en-US" sz="2000" b="1" i="0" u="none" strike="noStrike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b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22672071</a:t>
            </a:r>
            <a:endParaRPr lang="vi-VN" sz="2000" b="1" i="0" u="none" strike="noStrike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Ngô Quốc Tuấn</a:t>
            </a:r>
            <a:r>
              <a:rPr lang="en-US" sz="2000" b="1" i="0" u="none" strike="noStrike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21107091</a:t>
            </a:r>
          </a:p>
          <a:p>
            <a:pPr algn="just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Lê Quang Huy-  22711831</a:t>
            </a:r>
            <a:endParaRPr lang="vi-VN" sz="2000" b="1" i="0" u="none" strike="noStrike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793DE-3506-20B2-A0DC-F9DBECDFC3B6}"/>
              </a:ext>
            </a:extLst>
          </p:cNvPr>
          <p:cNvSpPr txBox="1"/>
          <p:nvPr/>
        </p:nvSpPr>
        <p:spPr>
          <a:xfrm>
            <a:off x="1234440" y="3768665"/>
            <a:ext cx="5399748" cy="2166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7429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2914650" algn="l"/>
              </a:tabLst>
            </a:pPr>
            <a:r>
              <a:rPr lang="en-US" sz="1800" b="1" i="1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Giảng</a:t>
            </a:r>
            <a:r>
              <a:rPr lang="en-US" sz="1800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i="1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viên</a:t>
            </a:r>
            <a:r>
              <a:rPr lang="en-US" sz="1800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i="1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hướng</a:t>
            </a:r>
            <a:r>
              <a:rPr lang="en-US" sz="1800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i="1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dẫn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:</a:t>
            </a:r>
            <a:r>
              <a:rPr lang="en-US" sz="1800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TS. Nguyễn Vũ Lâm</a:t>
            </a:r>
            <a:endParaRPr lang="en-US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7429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2914650" algn="l"/>
              </a:tabLst>
            </a:pPr>
            <a:r>
              <a:rPr lang="en-US" sz="1800" b="1" i="1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Lớp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:</a:t>
            </a:r>
            <a:r>
              <a:rPr lang="en-US" sz="1800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DHKTPM17ABCTT </a:t>
            </a:r>
          </a:p>
          <a:p>
            <a:pPr marL="0" marR="0" indent="7429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2914650" algn="l"/>
              </a:tabLst>
            </a:pPr>
            <a:r>
              <a:rPr lang="en-US" sz="1800" b="1" i="1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b="1" i="1" err="1">
                <a:latin typeface="Times New Roman" panose="02020603050405020304" pitchFamily="18" charset="0"/>
                <a:ea typeface="Times New Roman" panose="02020603050405020304" pitchFamily="18" charset="0"/>
              </a:rPr>
              <a:t>ã</a:t>
            </a:r>
            <a:r>
              <a:rPr lang="en-US" b="1" i="1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i="1" err="1">
                <a:latin typeface="Times New Roman" panose="02020603050405020304" pitchFamily="18" charset="0"/>
                <a:ea typeface="Times New Roman" panose="02020603050405020304" pitchFamily="18" charset="0"/>
              </a:rPr>
              <a:t>lớp</a:t>
            </a:r>
            <a:r>
              <a:rPr lang="en-US" b="1" i="1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i="1" err="1">
                <a:latin typeface="Times New Roman" panose="02020603050405020304" pitchFamily="18" charset="0"/>
                <a:ea typeface="Times New Roman" panose="02020603050405020304" pitchFamily="18" charset="0"/>
              </a:rPr>
              <a:t>học</a:t>
            </a:r>
            <a:r>
              <a:rPr lang="en-US" b="1" i="1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i="1" err="1">
                <a:latin typeface="Times New Roman" panose="02020603050405020304" pitchFamily="18" charset="0"/>
                <a:ea typeface="Times New Roman" panose="02020603050405020304" pitchFamily="18" charset="0"/>
              </a:rPr>
              <a:t>phần</a:t>
            </a:r>
            <a:r>
              <a:rPr lang="en-US" b="1" i="1">
                <a:latin typeface="Times New Roman" panose="02020603050405020304" pitchFamily="18" charset="0"/>
                <a:ea typeface="Times New Roman" panose="02020603050405020304" pitchFamily="18" charset="0"/>
              </a:rPr>
              <a:t>         </a:t>
            </a:r>
            <a:r>
              <a:rPr lang="en-US" b="1">
                <a:latin typeface="Times New Roman" panose="02020603050405020304" pitchFamily="18" charset="0"/>
                <a:ea typeface="Times New Roman" panose="02020603050405020304" pitchFamily="18" charset="0"/>
              </a:rPr>
              <a:t>:     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422000395001</a:t>
            </a:r>
            <a:endParaRPr lang="en-US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7429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2914650" algn="l"/>
              </a:tabLst>
            </a:pPr>
            <a:r>
              <a:rPr lang="en-US" sz="1800" b="1" i="1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Nhóm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: </a:t>
            </a:r>
            <a:r>
              <a:rPr lang="en-US" sz="1800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01</a:t>
            </a:r>
            <a:endParaRPr lang="en-US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ĐỀ TÀI</a:t>
            </a: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YÊU CẦU</a:t>
            </a: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&amp; THIẾT KẾ</a:t>
            </a: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HIỆN THỰC ỨNG DỤNG</a:t>
            </a: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KIỂM THỬ</a:t>
            </a: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Font typeface="+mj-lt"/>
              <a:buAutoNum type="romanU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2</a:t>
            </a:fld>
            <a:endParaRPr lang="en-US"/>
          </a:p>
        </p:txBody>
      </p:sp>
      <p:sp>
        <p:nvSpPr>
          <p:cNvPr id="4" name="Slide Number Placeholder 5"/>
          <p:cNvSpPr txBox="1"/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22897" y="576263"/>
            <a:ext cx="5646541" cy="293909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I. GIỚI THIỆU ĐỀ TÀI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body" sz="quarter" idx="10"/>
          </p:nvPr>
        </p:nvSpPr>
        <p:spPr>
          <a:xfrm>
            <a:off x="422275" y="4368800"/>
            <a:ext cx="5877941" cy="13081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Website thương mại điện tử đa danh mục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&amp; Lý do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465" y="1426210"/>
            <a:ext cx="9740900" cy="4618990"/>
          </a:xfrm>
        </p:spPr>
        <p:txBody>
          <a:bodyPr>
            <a:noAutofit/>
          </a:bodyPr>
          <a:lstStyle/>
          <a:p>
            <a:r>
              <a:rPr lang="vi-VN" b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1. Bối cảnh chung:</a:t>
            </a:r>
            <a:endParaRPr lang="vi-VN"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r>
              <a:rPr lang="vi-VN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Mua sắm trực tuyến (TMĐT) đang là xu hướng tất yếu.</a:t>
            </a:r>
          </a:p>
          <a:p>
            <a:r>
              <a:rPr lang="vi-VN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Khách hàng ngành thời trang đòi hỏi sự tiện lợi, tốc độ và trải nghiệm hiện đại.</a:t>
            </a:r>
          </a:p>
          <a:p>
            <a:r>
              <a:rPr lang="vi-VN" b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2. Vấn đề của SLY </a:t>
            </a:r>
            <a:r>
              <a:rPr lang="vi-VN" b="1" err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Clothing</a:t>
            </a:r>
            <a:r>
              <a:rPr lang="vi-VN" b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:</a:t>
            </a:r>
            <a:endParaRPr lang="vi-VN"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r>
              <a:rPr lang="vi-VN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SLY </a:t>
            </a:r>
            <a:r>
              <a:rPr lang="vi-VN" err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Clothing</a:t>
            </a:r>
            <a:r>
              <a:rPr lang="vi-VN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là </a:t>
            </a:r>
            <a:r>
              <a:rPr lang="vi-VN" err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Local</a:t>
            </a:r>
            <a:r>
              <a:rPr lang="vi-VN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</a:t>
            </a:r>
            <a:r>
              <a:rPr lang="vi-VN" err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brand</a:t>
            </a:r>
            <a:r>
              <a:rPr lang="vi-VN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</a:t>
            </a:r>
            <a:r>
              <a:rPr lang="vi-VN" err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streetwear</a:t>
            </a:r>
            <a:r>
              <a:rPr lang="vi-VN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mang phong cách trẻ trung, năng động.</a:t>
            </a:r>
          </a:p>
          <a:p>
            <a:r>
              <a:rPr lang="vi-VN" b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Hạn chế hiện tại:</a:t>
            </a:r>
            <a:r>
              <a:rPr lang="vi-VN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 Chủ yếu bán trực tiếp tại cửa hàng (</a:t>
            </a:r>
            <a:r>
              <a:rPr lang="vi-VN" err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offline</a:t>
            </a:r>
            <a:r>
              <a:rPr lang="vi-VN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)  Giới hạn về thời gian, khoảng cách địa lý và khó mở rộng tệp khách hàng.</a:t>
            </a:r>
          </a:p>
          <a:p>
            <a:r>
              <a:rPr lang="vi-VN" b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3. Giải pháp:</a:t>
            </a:r>
            <a:endParaRPr lang="vi-VN"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  <a:p>
            <a:r>
              <a:rPr lang="vi-VN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Xây dựng </a:t>
            </a:r>
            <a:r>
              <a:rPr lang="vi-VN" err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website</a:t>
            </a:r>
            <a:r>
              <a:rPr lang="vi-VN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bán hàng trực tuyến  Phá bỏ giới hạn địa lý, bắt kịp xu hướng chuyển đổi số và nâng cao năng lực cạnh tranh.</a:t>
            </a: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5"/>
          <p:cNvSpPr txBox="1"/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178" y="365126"/>
            <a:ext cx="9733538" cy="913342"/>
          </a:xfrm>
        </p:spPr>
        <p:txBody>
          <a:bodyPr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79" y="1143000"/>
            <a:ext cx="9179022" cy="5440679"/>
          </a:xfrm>
        </p:spPr>
        <p:txBody>
          <a:bodyPr>
            <a:noAutofit/>
          </a:bodyPr>
          <a:lstStyle/>
          <a:p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1. Đối với Khách hàng (</a:t>
            </a:r>
            <a:r>
              <a:rPr lang="vi-VN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Mua sắm dễ dàng, tiện lợi 24/7 mà không cần đến cửa hàng.</a:t>
            </a:r>
          </a:p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Trải nghiệm giao diện hiện đại, thân thiện, phù hợp với giới trẻ.</a:t>
            </a:r>
          </a:p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Đầy đủ tính năng: Xem chi tiết (hình ảnh, giá,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), tìm kiếm, phân loại, giỏ hàng và theo dõi đơn hàng.</a:t>
            </a:r>
          </a:p>
          <a:p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2. Đối với Quản trị &amp; Vận hành (</a:t>
            </a:r>
            <a:r>
              <a:rPr lang="vi-VN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vi-VN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Tối ưu hóa và số hóa quy trình quản lý bán hàng.</a:t>
            </a:r>
          </a:p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Dễ dàng kiểm soát: Sản phẩm, danh mục, đơn hàng, dữ liệu khách hàng và doanh thu.</a:t>
            </a:r>
          </a:p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Giảm thiểu thao tác thủ công, nâng cao hiệu suất làm việc.</a:t>
            </a:r>
          </a:p>
          <a:p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3. Về mặt Công nghệ: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các công nghệ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hiện đại, kiến trúc tiên tiến.</a:t>
            </a:r>
          </a:p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Đảm bảo 3 yếu tố cốt lõi: Tính ổn định (xử lý nhanh), Bảo mật dữ liệu và Khả năng mở rộng trong tương lai.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8B53E2-8379-9EBC-E6BF-2E28FD586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517" y="274321"/>
            <a:ext cx="3829163" cy="13982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7" y="557784"/>
            <a:ext cx="7870953" cy="51297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II. PHÂN TÍCH YÊU CẦU</a:t>
            </a:r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3A4F6043-7A67-491B-98BC-F933DED7226D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2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8735816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2.Yêu </a:t>
            </a:r>
            <a:r>
              <a:rPr lang="en-US" sz="4000" kern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40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kern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40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kern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000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3A4F6043-7A67-491B-98BC-F933DED7226D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2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6657640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2D27E-F24A-D79E-FE94-BD65177F7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7162-36C6-1929-7784-ADEA5B35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90B75-F28C-1D02-1F54-209C21E3A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78" y="1599474"/>
            <a:ext cx="9741183" cy="4546683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Tại giỏ hàng có sản phẩm, khách hàng nhấn nút tiến hành đặt hàng.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 nhập thông tin địa chỉ giao hàng nếu chưa cập nhật trong thông tin cá nhân hoặc hệ thống sẽ tự động điền nếu có.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 kiểm tra lại các thông tin như sản phẩm, số lượng, thành tiền, tổng tiền và nhấn thanh toán.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tiến hành kiểm tra dữ liệu, tạo đơn hàng và lưu vào cơ sở dữ liệu.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 được chuyển hướng sang trang thanh toán.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EB599-F960-E2FC-A55C-39AA1EC58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098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BA46-6907-3BED-2D0C-5F508480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15A2-7432-7C52-30C2-9E1B8010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Thanh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D9BEC-1B5B-BD7B-69C7-61A89B053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78" y="1599474"/>
            <a:ext cx="9741183" cy="4546683"/>
          </a:xfrm>
        </p:spPr>
        <p:txBody>
          <a:bodyPr>
            <a:normAutofit fontScale="85000" lnSpcReduction="20000"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mã QR từ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SePay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thông tin chuyển khoản, tổng số tiền.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 quét mã để thanh toán.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nhấn nút hoặc làm mới lại trang để cập nhật trạng thái thanh toán.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Khi thanh toán thành công:</a:t>
            </a:r>
          </a:p>
          <a:p>
            <a:pPr marL="102870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SePay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gửi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webhook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để thông báo chuyển khoản thảnh công, hệ thống lưu giao dịch vào cơ sở dữ liệu.</a:t>
            </a:r>
          </a:p>
          <a:p>
            <a:pPr marL="102870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Nếu chuyển khoản đúng thì trạng thái giao đơn hàng được cập nhật là đã thanh toán và chuyển hướng khách hàng sang trang chi tiết đơn hàng.</a:t>
            </a:r>
          </a:p>
          <a:p>
            <a:pPr marL="102870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Nếu chuyển khoản sai nội dung, số tiền thì cần phải liên hệ lại với cửa hàng. Trạng thái đơn hàng không cập nhật tự động.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3BFF6-BDBC-9A25-899B-0093F3332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890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phi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78" y="1599474"/>
            <a:ext cx="9741183" cy="4546683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Hiệu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Website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giây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Giao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Bảo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Admin.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2897" y="576263"/>
            <a:ext cx="5764543" cy="343693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&amp; THIẾT KẾ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22897" y="5110480"/>
            <a:ext cx="5673103" cy="566420"/>
          </a:xfrm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03" y="400541"/>
            <a:ext cx="4007939" cy="12811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1.Sơ </a:t>
            </a:r>
            <a:r>
              <a:rPr lang="en-US" kern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endParaRPr lang="en-US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3A4F6043-7A67-491B-98BC-F933DED7226D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 algn="r">
                <a:spcAft>
                  <a:spcPts val="600"/>
                </a:spcAft>
              </a:pPr>
              <a:t>12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53A163-2C69-D2F9-E571-3E986F617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778" y="-2005"/>
            <a:ext cx="5633747" cy="68620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028E284-2F44-2CA9-8E3C-363E46D6D855}"/>
              </a:ext>
            </a:extLst>
          </p:cNvPr>
          <p:cNvSpPr txBox="1"/>
          <p:nvPr/>
        </p:nvSpPr>
        <p:spPr>
          <a:xfrm>
            <a:off x="280455" y="179918"/>
            <a:ext cx="4361489" cy="871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en-US" sz="4400" kern="1200" err="1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Sơ</a:t>
            </a:r>
            <a:r>
              <a:rPr lang="en-US" sz="44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4400" kern="1200" err="1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đồ</a:t>
            </a:r>
            <a:r>
              <a:rPr lang="en-US" sz="44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Class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23D56B-E4C3-1258-AC99-308F4B98A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32" y="1043846"/>
            <a:ext cx="9527602" cy="5634236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145C6-1634-19E0-38CA-82BD847F9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27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0BCC2-541F-0F1B-8119-89F23DC23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FCC530-4934-B53E-0429-DCC2B04EC2AF}"/>
              </a:ext>
            </a:extLst>
          </p:cNvPr>
          <p:cNvSpPr txBox="1"/>
          <p:nvPr/>
        </p:nvSpPr>
        <p:spPr>
          <a:xfrm>
            <a:off x="542922" y="2017185"/>
            <a:ext cx="2386546" cy="1979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en-US" sz="4000" kern="1200" err="1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Sơ</a:t>
            </a:r>
            <a:r>
              <a:rPr lang="en-US" sz="40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4000" kern="1200" err="1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đồ</a:t>
            </a:r>
            <a:r>
              <a:rPr lang="en-US" sz="40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Database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3947-DE34-A1CD-7B7E-BEE6D343E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9844D9-A9CF-6F81-BDE9-9C450BB82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27" y="114248"/>
            <a:ext cx="6743806" cy="662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495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9B54A-9F70-4500-AC51-778011A0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1F9FE02-06A7-F66D-93A7-A8118C2D6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1774AC8-9F93-1624-3211-67DB6C782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3A1D15-E7B7-CF7A-BBA0-6404C8E5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.Một </a:t>
            </a:r>
            <a:r>
              <a:rPr lang="en-US" kern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kern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2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0C457478-67D1-D9E5-0DA4-3851C0A4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3A4F6043-7A67-491B-98BC-F933DED7226D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 algn="r">
                <a:spcAft>
                  <a:spcPts val="600"/>
                </a:spcAft>
              </a:pPr>
              <a:t>15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667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3934" y="164878"/>
            <a:ext cx="3430588" cy="685800"/>
          </a:xfrm>
        </p:spPr>
        <p:txBody>
          <a:bodyPr>
            <a:normAutofit/>
          </a:bodyPr>
          <a:lstStyle/>
          <a:p>
            <a:r>
              <a:rPr lang="en-US" sz="3300">
                <a:latin typeface="Times New Roman" panose="02020603050405020304" pitchFamily="18" charset="0"/>
                <a:cs typeface="Times New Roman" panose="02020603050405020304" pitchFamily="18" charset="0"/>
              </a:rPr>
              <a:t>ĐẶT HÀNG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628856" y="850678"/>
            <a:ext cx="1442038" cy="571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endParaRPr 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7B9795-B360-A496-7CAC-BDA1B8808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380" y="748747"/>
            <a:ext cx="4367020" cy="5908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5C3DA3-3A7A-8F99-6180-237B71038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264" y="748747"/>
            <a:ext cx="4626788" cy="59087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B4C61-B77A-5FC1-010F-670134B02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D3C0D-2FCE-A74E-0821-B360E29E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3C1EFE-6675-4345-6DE6-477007BB65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4" y="164878"/>
            <a:ext cx="3430588" cy="685800"/>
          </a:xfrm>
        </p:spPr>
        <p:txBody>
          <a:bodyPr>
            <a:normAutofit/>
          </a:bodyPr>
          <a:lstStyle/>
          <a:p>
            <a:r>
              <a:rPr lang="en-US" sz="3300">
                <a:latin typeface="Times New Roman" panose="02020603050405020304" pitchFamily="18" charset="0"/>
                <a:cs typeface="Times New Roman" panose="02020603050405020304" pitchFamily="18" charset="0"/>
              </a:rPr>
              <a:t>ĐẶT HÀNG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DEB8C-3967-F238-9742-CE8C7489D78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8856" y="850678"/>
            <a:ext cx="1442038" cy="571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endParaRPr 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79D808-48FB-C539-757E-227C52ACE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641" y="324612"/>
            <a:ext cx="441384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50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CDA01-A34F-5970-953E-4F88B15D9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DEB6F-9157-8D24-5CFC-8A506D9A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6B9681-3023-EED4-FEF9-BEACEB7ABC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4" y="164878"/>
            <a:ext cx="3430588" cy="685800"/>
          </a:xfrm>
        </p:spPr>
        <p:txBody>
          <a:bodyPr>
            <a:normAutofit/>
          </a:bodyPr>
          <a:lstStyle/>
          <a:p>
            <a:r>
              <a:rPr lang="en-US" sz="3300">
                <a:latin typeface="Times New Roman" panose="02020603050405020304" pitchFamily="18" charset="0"/>
                <a:cs typeface="Times New Roman" panose="02020603050405020304" pitchFamily="18" charset="0"/>
              </a:rPr>
              <a:t>ĐẶT HÀNG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0F5CF-8155-1E6A-81F7-EC87BB06678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94988" y="850678"/>
            <a:ext cx="1606345" cy="1223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Activity </a:t>
            </a:r>
          </a:p>
          <a:p>
            <a:pPr marL="0" indent="0">
              <a:buNone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PlantUML diagram">
            <a:extLst>
              <a:ext uri="{FF2B5EF4-FFF2-40B4-BE49-F238E27FC236}">
                <a16:creationId xmlns:a16="http://schemas.microsoft.com/office/drawing/2014/main" id="{4D0E308B-4AFD-6F28-D1EB-1EDF243DD9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387" y="761031"/>
            <a:ext cx="9366054" cy="56028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6663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3447B-B404-F8F4-B8F8-F4B7C856A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111B3-00AC-6EEB-B5C5-71C616AD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433A5D-5A63-76AC-069B-B33FFC762D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4" y="164878"/>
            <a:ext cx="3430588" cy="685800"/>
          </a:xfrm>
        </p:spPr>
        <p:txBody>
          <a:bodyPr>
            <a:normAutofit/>
          </a:bodyPr>
          <a:lstStyle/>
          <a:p>
            <a:r>
              <a:rPr lang="en-US" sz="3300">
                <a:latin typeface="Times New Roman" panose="02020603050405020304" pitchFamily="18" charset="0"/>
                <a:cs typeface="Times New Roman" panose="02020603050405020304" pitchFamily="18" charset="0"/>
              </a:rPr>
              <a:t>ĐẶT HÀNG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25FF3-FAFA-D4DE-7C4B-FB3F66DC421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94988" y="850678"/>
            <a:ext cx="1606345" cy="1223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</a:p>
          <a:p>
            <a:pPr marL="0" indent="0">
              <a:buNone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PlantUML diagram">
            <a:extLst>
              <a:ext uri="{FF2B5EF4-FFF2-40B4-BE49-F238E27FC236}">
                <a16:creationId xmlns:a16="http://schemas.microsoft.com/office/drawing/2014/main" id="{B9378AE9-D2A2-C342-0F07-2BB2377340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945" y="507778"/>
            <a:ext cx="8293207" cy="6182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16984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F6784-CB9E-45E6-508B-7A3BAA214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8C0FA-7A56-52CA-ACCD-3C46A3BD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6AC362-B44F-5F0B-B173-1D9992DCFD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4" y="164878"/>
            <a:ext cx="3430588" cy="685800"/>
          </a:xfrm>
        </p:spPr>
        <p:txBody>
          <a:bodyPr>
            <a:normAutofit/>
          </a:bodyPr>
          <a:lstStyle/>
          <a:p>
            <a:r>
              <a:rPr lang="en-US" sz="3300">
                <a:latin typeface="Times New Roman" panose="02020603050405020304" pitchFamily="18" charset="0"/>
                <a:cs typeface="Times New Roman" panose="02020603050405020304" pitchFamily="18" charset="0"/>
              </a:rPr>
              <a:t>THANH TOÁN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1DAED-5816-DFD3-5B67-A8B5D5FF0EE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8856" y="850678"/>
            <a:ext cx="1442038" cy="571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endParaRPr 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D1A574-B924-6932-05CC-2D3F14541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290" y="767220"/>
            <a:ext cx="3835748" cy="58959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5B99B7-FDC2-961F-8462-42D0A9F5E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202" y="767220"/>
            <a:ext cx="4109942" cy="587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75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CE46-CD28-9C69-B4F8-AC463A846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8D23F-8902-9812-246B-66E5FA90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E6167A-0292-A869-AEF0-1206665D70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4" y="164878"/>
            <a:ext cx="3430588" cy="685800"/>
          </a:xfrm>
        </p:spPr>
        <p:txBody>
          <a:bodyPr>
            <a:normAutofit/>
          </a:bodyPr>
          <a:lstStyle/>
          <a:p>
            <a:r>
              <a:rPr lang="en-US" sz="3300">
                <a:latin typeface="Times New Roman" panose="02020603050405020304" pitchFamily="18" charset="0"/>
                <a:cs typeface="Times New Roman" panose="02020603050405020304" pitchFamily="18" charset="0"/>
              </a:rPr>
              <a:t>THANH TOÁN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BC9FE-1AB6-4C9D-A3B9-85075FA0C64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94988" y="850678"/>
            <a:ext cx="1606345" cy="1223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Activity </a:t>
            </a:r>
          </a:p>
          <a:p>
            <a:pPr marL="0" indent="0">
              <a:buNone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9129DAF0-12E2-AAAF-A4C1-5765AC075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8101" y="850678"/>
            <a:ext cx="8875136" cy="55524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8958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A42B5-DDCB-2AAB-8FBA-B0FCC2E3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BC522-9B0E-F15D-9D79-6490BE0C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8AF26-04CC-0649-6319-A3E132303C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4" y="164878"/>
            <a:ext cx="3430588" cy="685800"/>
          </a:xfrm>
        </p:spPr>
        <p:txBody>
          <a:bodyPr>
            <a:normAutofit/>
          </a:bodyPr>
          <a:lstStyle/>
          <a:p>
            <a:r>
              <a:rPr lang="en-US" sz="3300">
                <a:latin typeface="Times New Roman" panose="02020603050405020304" pitchFamily="18" charset="0"/>
                <a:cs typeface="Times New Roman" panose="02020603050405020304" pitchFamily="18" charset="0"/>
              </a:rPr>
              <a:t>THANH TOÁN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CCA1D-03DF-23E5-7BB9-BFCC6B9F3F5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94988" y="850678"/>
            <a:ext cx="1606345" cy="1223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</a:p>
          <a:p>
            <a:pPr marL="0" indent="0">
              <a:buNone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PlantUML diagram">
            <a:extLst>
              <a:ext uri="{FF2B5EF4-FFF2-40B4-BE49-F238E27FC236}">
                <a16:creationId xmlns:a16="http://schemas.microsoft.com/office/drawing/2014/main" id="{DFE0F1F5-7E8C-570F-C3FD-BBFED0CACE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271" y="954505"/>
            <a:ext cx="9892499" cy="4948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6207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22897" y="576263"/>
            <a:ext cx="5646541" cy="330485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IV. HIỆN THỰC ỨNG DỤNG</a:t>
            </a:r>
          </a:p>
        </p:txBody>
      </p:sp>
      <p:sp>
        <p:nvSpPr>
          <p:cNvPr id="6" name="Subtitle 5"/>
          <p:cNvSpPr>
            <a:spLocks noGrp="1"/>
          </p:cNvSpPr>
          <p:nvPr>
            <p:ph type="body" sz="quarter" idx="10"/>
          </p:nvPr>
        </p:nvSpPr>
        <p:spPr>
          <a:xfrm>
            <a:off x="422275" y="4368800"/>
            <a:ext cx="5125085" cy="13081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2560" y="119789"/>
            <a:ext cx="5045075" cy="530225"/>
          </a:xfrm>
        </p:spPr>
        <p:txBody>
          <a:bodyPr>
            <a:norm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9D073E-D832-F256-1E07-CBC30B00A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16732"/>
            <a:ext cx="10911840" cy="56918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2240" y="137287"/>
            <a:ext cx="5335693" cy="530225"/>
          </a:xfrm>
        </p:spPr>
        <p:txBody>
          <a:bodyPr>
            <a:norm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9141C-397A-7E17-3406-DB9A8B3EF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33" y="802978"/>
            <a:ext cx="11142134" cy="5788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" y="0"/>
            <a:ext cx="8016240" cy="782638"/>
          </a:xfrm>
        </p:spPr>
        <p:txBody>
          <a:bodyPr>
            <a:no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9B1CE7-BA0F-0E53-0B2E-3B0A5C0C2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37" y="782638"/>
            <a:ext cx="10931726" cy="56794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503152" y="-8128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7339" y="139946"/>
            <a:ext cx="696156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giỏ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C7132-BF7F-45B5-70D5-75101BF87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30" y="846667"/>
            <a:ext cx="10842540" cy="56387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7340" y="139946"/>
            <a:ext cx="66725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5319E-D504-7616-CCC6-5EB55F30E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841717"/>
            <a:ext cx="10905066" cy="56656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E2589-EC9F-1C83-6222-B65AE2104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1FC0EA-09B7-5703-ABFB-DEB154FD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6622E-381E-5554-196C-22085E82F88B}"/>
              </a:ext>
            </a:extLst>
          </p:cNvPr>
          <p:cNvSpPr txBox="1"/>
          <p:nvPr/>
        </p:nvSpPr>
        <p:spPr>
          <a:xfrm>
            <a:off x="307340" y="139946"/>
            <a:ext cx="66725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(Admin)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4B10D1-0A51-C35F-67EE-D0A4BFC89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33" y="827447"/>
            <a:ext cx="11040534" cy="573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5329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E39CF-A31A-0B1C-76DA-B9198E018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6D48D4-C700-4AE1-5908-4E003D4A7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29A83-DD89-D191-1665-E54EB10B7817}"/>
              </a:ext>
            </a:extLst>
          </p:cNvPr>
          <p:cNvSpPr txBox="1"/>
          <p:nvPr/>
        </p:nvSpPr>
        <p:spPr>
          <a:xfrm>
            <a:off x="307340" y="139946"/>
            <a:ext cx="66725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(Admin)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CE9AEC-2595-86B8-494F-A3CE7AD2D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90" y="719666"/>
            <a:ext cx="11201820" cy="580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3532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48311-53C2-D456-754B-46FCEB2B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07C3B8-5FC6-50D1-D0D6-5A0B3F25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DB7A1-1746-1C42-C7E4-4CC11197458B}"/>
              </a:ext>
            </a:extLst>
          </p:cNvPr>
          <p:cNvSpPr txBox="1"/>
          <p:nvPr/>
        </p:nvSpPr>
        <p:spPr>
          <a:xfrm>
            <a:off x="307340" y="139946"/>
            <a:ext cx="66725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(Admin)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456AD-D776-E180-D27B-97ED1DF6B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816978"/>
            <a:ext cx="10837334" cy="563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860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C5DCA-2419-9387-76AB-01A7FA63B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2C5A02-B929-65B1-3D94-36ED5F07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F131E4-AD92-9C83-5C2E-02FA225C938F}"/>
              </a:ext>
            </a:extLst>
          </p:cNvPr>
          <p:cNvSpPr txBox="1"/>
          <p:nvPr/>
        </p:nvSpPr>
        <p:spPr>
          <a:xfrm>
            <a:off x="307339" y="139946"/>
            <a:ext cx="78799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(Admin)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71D7B-D510-2A55-D16B-F769CFDB6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804010"/>
            <a:ext cx="11074400" cy="576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5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B7081-6F88-6632-13A2-00DBBE9EB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BC2660-CCAC-6B2B-32D4-44F9B1BA6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9DED6-43AA-8B0B-E904-10605EEF7835}"/>
              </a:ext>
            </a:extLst>
          </p:cNvPr>
          <p:cNvSpPr txBox="1"/>
          <p:nvPr/>
        </p:nvSpPr>
        <p:spPr>
          <a:xfrm>
            <a:off x="307340" y="139946"/>
            <a:ext cx="73888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(Admin)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3BA78-A2FA-991E-7809-364D47B1F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33" y="809641"/>
            <a:ext cx="10989734" cy="572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73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75A0D-2DF4-92ED-D58D-F26E3E426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57A82-3531-57EF-930D-4347AF1B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FF23E-49D5-1504-0FC2-3E5899129355}"/>
              </a:ext>
            </a:extLst>
          </p:cNvPr>
          <p:cNvSpPr txBox="1"/>
          <p:nvPr/>
        </p:nvSpPr>
        <p:spPr>
          <a:xfrm>
            <a:off x="307339" y="139946"/>
            <a:ext cx="715179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 (Admin)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970DF-9E61-799D-72FB-69C1C029D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49" y="829733"/>
            <a:ext cx="11037902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91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22897" y="576263"/>
            <a:ext cx="5646541" cy="293909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V. KIỂM THỬ</a:t>
            </a:r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body" sz="quarter" idx="10"/>
          </p:nvPr>
        </p:nvSpPr>
        <p:spPr>
          <a:xfrm>
            <a:off x="422275" y="4368800"/>
            <a:ext cx="5125085" cy="13081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9014" y="132808"/>
            <a:ext cx="4984076" cy="665783"/>
          </a:xfrm>
        </p:spPr>
        <p:txBody>
          <a:bodyPr>
            <a:normAutofit fontScale="90000"/>
          </a:bodyPr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 descr="A table with text on it&#10;&#10;AI-generated content may be incorrect.">
            <a:extLst>
              <a:ext uri="{FF2B5EF4-FFF2-40B4-BE49-F238E27FC236}">
                <a16:creationId xmlns:a16="http://schemas.microsoft.com/office/drawing/2014/main" id="{786B4049-25F0-40CA-2F47-CAFBDB6E0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11" y="804863"/>
            <a:ext cx="9918777" cy="52947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22897" y="576263"/>
            <a:ext cx="5646541" cy="293909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VI. KẾT LUẬN</a:t>
            </a:r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body" sz="quarter" idx="10"/>
          </p:nvPr>
        </p:nvSpPr>
        <p:spPr>
          <a:xfrm>
            <a:off x="422275" y="4368800"/>
            <a:ext cx="5125085" cy="13081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27528-F4E0-546C-AE88-BD313B23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795A-09BC-4C8F-BE1F-2FBACD054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329" y="2202392"/>
            <a:ext cx="5847338" cy="132556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ĐẠT ĐƯỢC</a:t>
            </a:r>
          </a:p>
        </p:txBody>
      </p:sp>
    </p:spTree>
    <p:extLst>
      <p:ext uri="{BB962C8B-B14F-4D97-AF65-F5344CB8AC3E}">
        <p14:creationId xmlns:p14="http://schemas.microsoft.com/office/powerpoint/2010/main" val="24084123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61B2-0704-2820-6FF4-A47CA371B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CA395-306B-C91E-9C2A-3F0FF2109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690688"/>
            <a:ext cx="9741183" cy="385354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Hoàn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core: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ra.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Phân quyền chặt chẽ: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Áp dụng cơ chế kiểm soát truy cập dựa trên vai trò (RBAC) đảm bảo tính bảo mật và toàn vẹn dữ liệu.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Xử lý thời gian thực ổn định: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Tích hợp giao tiếp qua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giúp truyền tải dữ liệu tức thời và mượt mà.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Quản lý luồng dữ liệu: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Chuẩn hóa quy trình nghiệp vụ phức tạp giữa các nhóm người dùng khác nhau.</a:t>
            </a:r>
          </a:p>
        </p:txBody>
      </p:sp>
    </p:spTree>
    <p:extLst>
      <p:ext uri="{BB962C8B-B14F-4D97-AF65-F5344CB8AC3E}">
        <p14:creationId xmlns:p14="http://schemas.microsoft.com/office/powerpoint/2010/main" val="1006184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A9331-98B7-1315-5066-A5811D674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8CC4-A15E-60A3-98C6-552BD5B0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Công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CC61D-FB7D-88C7-0888-E6EC18DD0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690688"/>
            <a:ext cx="9741183" cy="385354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Kiến trúc bền vững: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hệ thống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trên nền tảng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theo mô hình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hóa rõ ràng, dễ bảo trì.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Tối ưu hóa dữ liệu: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cơ sở dữ liệu chuẩn hóa, tối ưu các câu lệnh truy vấn để giảm thiểu độ trễ.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Quản lý mã nguồn tốt: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Áp dụng các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chuẩn mực giúp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sạch, dễ đọc và dễ mở rộng.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Kỹ năng tích lũy: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Làm chủ quy trình phát triển phần mềm và các công cụ quản lý dự án thực tế.</a:t>
            </a:r>
          </a:p>
        </p:txBody>
      </p:sp>
    </p:spTree>
    <p:extLst>
      <p:ext uri="{BB962C8B-B14F-4D97-AF65-F5344CB8AC3E}">
        <p14:creationId xmlns:p14="http://schemas.microsoft.com/office/powerpoint/2010/main" val="39908757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1C04A-570A-A299-E7F5-3D4AD102F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BA7D-32C8-9203-35EF-C22451C7B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795" y="2193926"/>
            <a:ext cx="2782404" cy="132556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HẠN CHẾ</a:t>
            </a:r>
          </a:p>
        </p:txBody>
      </p:sp>
    </p:spTree>
    <p:extLst>
      <p:ext uri="{BB962C8B-B14F-4D97-AF65-F5344CB8AC3E}">
        <p14:creationId xmlns:p14="http://schemas.microsoft.com/office/powerpoint/2010/main" val="42406823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F747C-D421-0EE6-FFDC-FA6B38F09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1E3B-1718-B0BD-3076-D0A8BBF7B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&amp; Hiệu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7F854-9AD9-FCBC-E69E-BAEDA76FB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690688"/>
            <a:ext cx="9741183" cy="385354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Thử nghiệm tải giới hạn: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mới chỉ kiểm thử ổn định ở quy mô nhỏ, chưa đánh giá kỹ lưỡng trong kịch bản tải cao (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High-scale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Tối ưu tài nguyên: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Việc xử lý và lưu trữ các tệp tin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dung lượng lớn chưa được tối ưu hóa triệt để.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Cơ chế chịu lỗi (</a:t>
            </a:r>
            <a:r>
              <a:rPr lang="vi-VN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Fault</a:t>
            </a: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Tolerance</a:t>
            </a: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chưa có phương án dự phòng tự động khi xảy ra sự cố sập dịch vụ bất ngờ.</a:t>
            </a:r>
          </a:p>
        </p:txBody>
      </p:sp>
    </p:spTree>
    <p:extLst>
      <p:ext uri="{BB962C8B-B14F-4D97-AF65-F5344CB8AC3E}">
        <p14:creationId xmlns:p14="http://schemas.microsoft.com/office/powerpoint/2010/main" val="4969854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27A49-E2FE-8CAE-D927-15329AAD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67A8-41D8-3F17-77D6-18FA77387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F896A-E7CF-CD23-4F42-9A2B62E59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690688"/>
            <a:ext cx="9741183" cy="385354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người dùng: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Phần UI/UX mới dừng ở mức cơ bản, chưa thực sự tối ưu cho mọi kích thước màn hình.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Thiếu thông báo thông minh: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Chưa có hệ thống gửi thông báo đẩy (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) qua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hoặc thiết bị khi người dùng ngoại tuyến.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Báo cáo thống kê: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Các tính năng xuất dữ liệu, tổng hợp báo cáo trực quan cho người quản trị còn đơn giản.</a:t>
            </a:r>
          </a:p>
        </p:txBody>
      </p:sp>
    </p:spTree>
    <p:extLst>
      <p:ext uri="{BB962C8B-B14F-4D97-AF65-F5344CB8AC3E}">
        <p14:creationId xmlns:p14="http://schemas.microsoft.com/office/powerpoint/2010/main" val="33783792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EBD6-DA50-9C8B-0899-08D33E2D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45CB2-BDB4-98A3-75C4-BC9093FE7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329" y="2202392"/>
            <a:ext cx="5847338" cy="1325563"/>
          </a:xfrm>
        </p:spPr>
        <p:txBody>
          <a:bodyPr/>
          <a:lstStyle/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HƯỚNG PHÁT TRIỂN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7547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2AC75-61A3-A9F6-13EE-847A89D4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1940D-7EB0-989B-E446-5F3B076E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&amp; Hiệu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48D70B-1CED-489C-DBEC-8E99B1F10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690688"/>
            <a:ext cx="9741183" cy="385354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Tối ưu hóa bộ nhớ đệm: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Caching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để tăng tốc độ phản hồi đối với các truy vấn dữ liệu lặp đi lặp lại.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Mở rộng quy mô (</a:t>
            </a:r>
            <a:r>
              <a:rPr lang="vi-VN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Nghiên cứu chuyển đổi sang kiến trúc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hoặc áp dụng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Balancing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(Cân bằng tải) khi người dùng tăng cao.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Cải thiện lưu trữ: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Tích hợp các dịch vụ lưu trữ đám mây chuyên dụng (như AWS S3) để quản lý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vi-VN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hiệu quả hơn.</a:t>
            </a:r>
          </a:p>
        </p:txBody>
      </p:sp>
    </p:spTree>
    <p:extLst>
      <p:ext uri="{BB962C8B-B14F-4D97-AF65-F5344CB8AC3E}">
        <p14:creationId xmlns:p14="http://schemas.microsoft.com/office/powerpoint/2010/main" val="17384691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569AD-192D-D4D2-5BE4-015A3CB56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62A3-598F-A32E-CD36-88FF4DFC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3AC7A-F972-99FE-F20B-7776F72E5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690688"/>
            <a:ext cx="9741183" cy="385354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Tích hợp tự động hóa (CI/CD):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đường ống triển khai tự động giúp đóng gói và cập nhật hệ thống nhanh chóng, an toàn.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Bảo mật nâng cao: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Bổ sung cơ chế xác thực 2 lớp (2FA) và mã hóa đầu cuối cho các dữ liệu nhạy cảm.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AI thông minh: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Tích hợp các mô hình trí tuệ nhân tạo hỗ trợ phân tích dữ liệu, tự động phân loại hoặc gợi ý thông minh cho người dùng.</a:t>
            </a:r>
          </a:p>
        </p:txBody>
      </p:sp>
    </p:spTree>
    <p:extLst>
      <p:ext uri="{BB962C8B-B14F-4D97-AF65-F5344CB8AC3E}">
        <p14:creationId xmlns:p14="http://schemas.microsoft.com/office/powerpoint/2010/main" val="2927180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896" y="529336"/>
            <a:ext cx="5228393" cy="3280664"/>
          </a:xfrm>
        </p:spPr>
        <p:txBody>
          <a:bodyPr/>
          <a:lstStyle/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cô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raphic 9" descr="Balloons">
            <a:extLst>
              <a:ext uri="{FF2B5EF4-FFF2-40B4-BE49-F238E27FC236}">
                <a16:creationId xmlns:a16="http://schemas.microsoft.com/office/drawing/2014/main" id="{53BFBD82-3752-028D-4CB7-03B3DEEE7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9841" y="3429000"/>
            <a:ext cx="2265680" cy="2265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B37DAF-AFAF-4561-A80B-C76198EBD319}">
  <ds:schemaRefs/>
</ds:datastoreItem>
</file>

<file path=customXml/itemProps2.xml><?xml version="1.0" encoding="utf-8"?>
<ds:datastoreItem xmlns:ds="http://schemas.openxmlformats.org/officeDocument/2006/customXml" ds:itemID="{5B665E41-66EB-401D-940D-8E7024721BE5}">
  <ds:schemaRefs/>
</ds:datastoreItem>
</file>

<file path=customXml/itemProps3.xml><?xml version="1.0" encoding="utf-8"?>
<ds:datastoreItem xmlns:ds="http://schemas.openxmlformats.org/officeDocument/2006/customXml" ds:itemID="{A29436BC-77AE-4AEE-A282-4E162A1CAA7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{00EB02E6-7D27-4C31-AC8E-3792A2F7BF15}tf67338807_win32</Template>
  <Application>Microsoft Office PowerPoint</Application>
  <PresentationFormat>Widescreen</PresentationFormat>
  <Slides>47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OffsetVTI</vt:lpstr>
      <vt:lpstr>PowerPoint Presentation</vt:lpstr>
      <vt:lpstr>NỘI DUNG</vt:lpstr>
      <vt:lpstr>I. GIỚI THIỆU ĐỀ TÀI </vt:lpstr>
      <vt:lpstr>1. Bối cảnh &amp; Lý do chọn đề tài</vt:lpstr>
      <vt:lpstr>2. Mục tiêu đề tài</vt:lpstr>
      <vt:lpstr>II. PHÂN TÍCH YÊU CẦU</vt:lpstr>
      <vt:lpstr>2.Yêu cầu chức năng </vt:lpstr>
      <vt:lpstr>Đặt hàng</vt:lpstr>
      <vt:lpstr>Thanh toán</vt:lpstr>
      <vt:lpstr>3. Yêu cầu phi chức năng </vt:lpstr>
      <vt:lpstr>III. PHÂN TÍCH &amp; THIẾT KẾ</vt:lpstr>
      <vt:lpstr>1.Sơ đồ Usecase</vt:lpstr>
      <vt:lpstr>PowerPoint Presentation</vt:lpstr>
      <vt:lpstr>PowerPoint Presentation</vt:lpstr>
      <vt:lpstr>3.Một số luồng xử lý chính</vt:lpstr>
      <vt:lpstr>ĐẶT HÀNG</vt:lpstr>
      <vt:lpstr>ĐẶT HÀNG</vt:lpstr>
      <vt:lpstr>ĐẶT HÀNG</vt:lpstr>
      <vt:lpstr>ĐẶT HÀNG</vt:lpstr>
      <vt:lpstr>THANH TOÁN</vt:lpstr>
      <vt:lpstr>THANH TOÁN</vt:lpstr>
      <vt:lpstr>THANH TOÁN</vt:lpstr>
      <vt:lpstr>IV. HIỆN THỰC ỨNG DỤNG</vt:lpstr>
      <vt:lpstr>1. Màn hình trang chủ</vt:lpstr>
      <vt:lpstr>2. Màn hình danh sách sản phẩm</vt:lpstr>
      <vt:lpstr>3. Màn hình chi tiết sản phẩm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V. KIỂM THỬ</vt:lpstr>
      <vt:lpstr>Kết quả kiểm thử</vt:lpstr>
      <vt:lpstr>VI. KẾT LUẬN</vt:lpstr>
      <vt:lpstr>KẾT QUẢ ĐẠT ĐƯỢC</vt:lpstr>
      <vt:lpstr>Về mặt Chức năng &amp; Hệ thống</vt:lpstr>
      <vt:lpstr>Về mặt Công nghệ &amp; Kỹ thuật</vt:lpstr>
      <vt:lpstr>HẠN CHẾ</vt:lpstr>
      <vt:lpstr>Hạn chế về Hệ thống &amp; Hiệu năng</vt:lpstr>
      <vt:lpstr>Hạn chế về Trải nghiệm &amp; Nghiệp vụ</vt:lpstr>
      <vt:lpstr>HƯỚNG PHÁT TRIỂN</vt:lpstr>
      <vt:lpstr>Nâng cấp Kiến trúc &amp; Hiệu năng</vt:lpstr>
      <vt:lpstr>Mở rộng Tính năng &amp; Tự động hóa</vt:lpstr>
      <vt:lpstr>Cảm ơn quý thầy cô đã lắng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Danh Minh Toàn</dc:creator>
  <cp:revision>3</cp:revision>
  <dcterms:created xsi:type="dcterms:W3CDTF">2024-09-27T12:23:00Z</dcterms:created>
  <dcterms:modified xsi:type="dcterms:W3CDTF">2026-05-22T08:39:27Z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BC86517AAAF44CF4B616E07956FBC26F_12</vt:lpwstr>
  </property>
  <property fmtid="{D5CDD505-2E9C-101B-9397-08002B2CF9AE}" pid="4" name="KSOProductBuildVer">
    <vt:lpwstr>1033-12.2.0.19307</vt:lpwstr>
  </property>
</Properties>
</file>